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IBM Plex Sans Arabic Medium"/>
      <p:regular r:id="rId27"/>
      <p:bold r:id="rId28"/>
    </p:embeddedFont>
    <p:embeddedFont>
      <p:font typeface="IBM Plex Sans Arabic"/>
      <p:regular r:id="rId29"/>
      <p:bold r:id="rId30"/>
    </p:embeddedFont>
    <p:embeddedFont>
      <p:font typeface="Proxima Nova"/>
      <p:regular r:id="rId31"/>
      <p:bold r:id="rId32"/>
      <p:italic r:id="rId33"/>
      <p:boldItalic r:id="rId34"/>
    </p:embeddedFont>
    <p:embeddedFont>
      <p:font typeface="Roboto"/>
      <p:regular r:id="rId35"/>
      <p:bold r:id="rId36"/>
      <p:italic r:id="rId37"/>
      <p:boldItalic r:id="rId38"/>
    </p:embeddedFont>
    <p:embeddedFont>
      <p:font typeface="IBM Plex Sans Arabic SemiBold"/>
      <p:regular r:id="rId39"/>
      <p:bold r:id="rId40"/>
    </p:embeddedFont>
    <p:embeddedFont>
      <p:font typeface="IBM Plex Sans Medium"/>
      <p:regular r:id="rId41"/>
      <p:bold r:id="rId42"/>
      <p:italic r:id="rId43"/>
      <p:boldItalic r:id="rId44"/>
    </p:embeddedFont>
    <p:embeddedFont>
      <p:font typeface="Tajawal"/>
      <p:regular r:id="rId45"/>
      <p:bold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 uri="GoogleSlidesCustomDataVersion2">
      <go:slidesCustomData xmlns:go="http://customooxmlschemas.google.com/" r:id="rId47" roundtripDataSignature="AMtx7mhLvO5ToSHehgiTGc50WlM0XqkeQ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24" orient="horz"/>
        <p:guide pos="2560" orient="horz"/>
        <p:guide pos="2880"/>
        <p:guide pos="759" orient="horz"/>
        <p:guide pos="2428" orient="horz"/>
        <p:guide pos="5325"/>
        <p:guide pos="960"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BMPlexSansArabicSemiBold-bold.fntdata"/><Relationship Id="rId20" Type="http://schemas.openxmlformats.org/officeDocument/2006/relationships/slide" Target="slides/slide15.xml"/><Relationship Id="rId42" Type="http://schemas.openxmlformats.org/officeDocument/2006/relationships/font" Target="fonts/IBMPlexSansMedium-bold.fntdata"/><Relationship Id="rId41" Type="http://schemas.openxmlformats.org/officeDocument/2006/relationships/font" Target="fonts/IBMPlexSansMedium-regular.fntdata"/><Relationship Id="rId22" Type="http://schemas.openxmlformats.org/officeDocument/2006/relationships/slide" Target="slides/slide17.xml"/><Relationship Id="rId44" Type="http://schemas.openxmlformats.org/officeDocument/2006/relationships/font" Target="fonts/IBMPlexSansMedium-boldItalic.fntdata"/><Relationship Id="rId21" Type="http://schemas.openxmlformats.org/officeDocument/2006/relationships/slide" Target="slides/slide16.xml"/><Relationship Id="rId43" Type="http://schemas.openxmlformats.org/officeDocument/2006/relationships/font" Target="fonts/IBMPlexSansMedium-italic.fntdata"/><Relationship Id="rId24" Type="http://schemas.openxmlformats.org/officeDocument/2006/relationships/slide" Target="slides/slide19.xml"/><Relationship Id="rId46" Type="http://schemas.openxmlformats.org/officeDocument/2006/relationships/font" Target="fonts/Tajawal-bold.fntdata"/><Relationship Id="rId23" Type="http://schemas.openxmlformats.org/officeDocument/2006/relationships/slide" Target="slides/slide18.xml"/><Relationship Id="rId45" Type="http://schemas.openxmlformats.org/officeDocument/2006/relationships/font" Target="fonts/Tajawal-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customschemas.google.com/relationships/presentationmetadata" Target="metadata"/><Relationship Id="rId28" Type="http://schemas.openxmlformats.org/officeDocument/2006/relationships/font" Target="fonts/IBMPlexSansArabicMedium-bold.fntdata"/><Relationship Id="rId27" Type="http://schemas.openxmlformats.org/officeDocument/2006/relationships/font" Target="fonts/IBMPlexSansArabicMedium-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BMPlexSansArabic-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roximaNova-regular.fntdata"/><Relationship Id="rId30" Type="http://schemas.openxmlformats.org/officeDocument/2006/relationships/font" Target="fonts/IBMPlexSansArabic-bold.fntdata"/><Relationship Id="rId11" Type="http://schemas.openxmlformats.org/officeDocument/2006/relationships/slide" Target="slides/slide6.xml"/><Relationship Id="rId33" Type="http://schemas.openxmlformats.org/officeDocument/2006/relationships/font" Target="fonts/ProximaNova-italic.fntdata"/><Relationship Id="rId10" Type="http://schemas.openxmlformats.org/officeDocument/2006/relationships/slide" Target="slides/slide5.xml"/><Relationship Id="rId32" Type="http://schemas.openxmlformats.org/officeDocument/2006/relationships/font" Target="fonts/ProximaNova-bold.fntdata"/><Relationship Id="rId13" Type="http://schemas.openxmlformats.org/officeDocument/2006/relationships/slide" Target="slides/slide8.xml"/><Relationship Id="rId35" Type="http://schemas.openxmlformats.org/officeDocument/2006/relationships/font" Target="fonts/Roboto-regular.fntdata"/><Relationship Id="rId12" Type="http://schemas.openxmlformats.org/officeDocument/2006/relationships/slide" Target="slides/slide7.xml"/><Relationship Id="rId34" Type="http://schemas.openxmlformats.org/officeDocument/2006/relationships/font" Target="fonts/ProximaNova-boldItalic.fntdata"/><Relationship Id="rId15" Type="http://schemas.openxmlformats.org/officeDocument/2006/relationships/slide" Target="slides/slide10.xml"/><Relationship Id="rId37" Type="http://schemas.openxmlformats.org/officeDocument/2006/relationships/font" Target="fonts/Roboto-italic.fntdata"/><Relationship Id="rId14" Type="http://schemas.openxmlformats.org/officeDocument/2006/relationships/slide" Target="slides/slide9.xml"/><Relationship Id="rId36" Type="http://schemas.openxmlformats.org/officeDocument/2006/relationships/font" Target="fonts/Roboto-bold.fntdata"/><Relationship Id="rId17" Type="http://schemas.openxmlformats.org/officeDocument/2006/relationships/slide" Target="slides/slide12.xml"/><Relationship Id="rId39" Type="http://schemas.openxmlformats.org/officeDocument/2006/relationships/font" Target="fonts/IBMPlexSansArabicSemiBold-regular.fntdata"/><Relationship Id="rId16" Type="http://schemas.openxmlformats.org/officeDocument/2006/relationships/slide" Target="slides/slide11.xml"/><Relationship Id="rId38" Type="http://schemas.openxmlformats.org/officeDocument/2006/relationships/font" Target="fonts/Robot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 name="Google Shape;4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 name="Google Shape;47;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 name="Google Shape;54;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 name="Google Shape;59;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 name="Google Shape;65;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2" name="Google Shape;72;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 name="Google Shape;7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 name="Google Shape;173;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blipFill>
          <a:blip r:embed="rId2">
            <a:alphaModFix/>
          </a:blip>
          <a:stretch>
            <a:fillRect/>
          </a:stretch>
        </a:blipFill>
      </p:bgPr>
    </p:bg>
    <p:spTree>
      <p:nvGrpSpPr>
        <p:cNvPr id="10" name="Shape 10"/>
        <p:cNvGrpSpPr/>
        <p:nvPr/>
      </p:nvGrpSpPr>
      <p:grpSpPr>
        <a:xfrm>
          <a:off x="0" y="0"/>
          <a:ext cx="0" cy="0"/>
          <a:chOff x="0" y="0"/>
          <a:chExt cx="0" cy="0"/>
        </a:xfrm>
      </p:grpSpPr>
      <p:sp>
        <p:nvSpPr>
          <p:cNvPr id="11" name="Google Shape;11;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rtl="1" algn="ctr">
              <a:lnSpc>
                <a:spcPct val="100000"/>
              </a:lnSpc>
              <a:spcBef>
                <a:spcPts val="0"/>
              </a:spcBef>
              <a:spcAft>
                <a:spcPts val="0"/>
              </a:spcAft>
              <a:buSzPts val="12000"/>
              <a:buNone/>
              <a:defRPr sz="12000"/>
            </a:lvl1pPr>
            <a:lvl2pPr lvl="1" rtl="1" algn="ctr">
              <a:lnSpc>
                <a:spcPct val="100000"/>
              </a:lnSpc>
              <a:spcBef>
                <a:spcPts val="0"/>
              </a:spcBef>
              <a:spcAft>
                <a:spcPts val="0"/>
              </a:spcAft>
              <a:buSzPts val="12000"/>
              <a:buNone/>
              <a:defRPr sz="12000"/>
            </a:lvl2pPr>
            <a:lvl3pPr lvl="2" rtl="1" algn="ctr">
              <a:lnSpc>
                <a:spcPct val="100000"/>
              </a:lnSpc>
              <a:spcBef>
                <a:spcPts val="0"/>
              </a:spcBef>
              <a:spcAft>
                <a:spcPts val="0"/>
              </a:spcAft>
              <a:buSzPts val="12000"/>
              <a:buNone/>
              <a:defRPr sz="12000"/>
            </a:lvl3pPr>
            <a:lvl4pPr lvl="3" rtl="1" algn="ctr">
              <a:lnSpc>
                <a:spcPct val="100000"/>
              </a:lnSpc>
              <a:spcBef>
                <a:spcPts val="0"/>
              </a:spcBef>
              <a:spcAft>
                <a:spcPts val="0"/>
              </a:spcAft>
              <a:buSzPts val="12000"/>
              <a:buNone/>
              <a:defRPr sz="12000"/>
            </a:lvl4pPr>
            <a:lvl5pPr lvl="4" rtl="1" algn="ctr">
              <a:lnSpc>
                <a:spcPct val="100000"/>
              </a:lnSpc>
              <a:spcBef>
                <a:spcPts val="0"/>
              </a:spcBef>
              <a:spcAft>
                <a:spcPts val="0"/>
              </a:spcAft>
              <a:buSzPts val="12000"/>
              <a:buNone/>
              <a:defRPr sz="12000"/>
            </a:lvl5pPr>
            <a:lvl6pPr lvl="5" rtl="1" algn="ctr">
              <a:lnSpc>
                <a:spcPct val="100000"/>
              </a:lnSpc>
              <a:spcBef>
                <a:spcPts val="0"/>
              </a:spcBef>
              <a:spcAft>
                <a:spcPts val="0"/>
              </a:spcAft>
              <a:buSzPts val="12000"/>
              <a:buNone/>
              <a:defRPr sz="12000"/>
            </a:lvl6pPr>
            <a:lvl7pPr lvl="6" rtl="1" algn="ctr">
              <a:lnSpc>
                <a:spcPct val="100000"/>
              </a:lnSpc>
              <a:spcBef>
                <a:spcPts val="0"/>
              </a:spcBef>
              <a:spcAft>
                <a:spcPts val="0"/>
              </a:spcAft>
              <a:buSzPts val="12000"/>
              <a:buNone/>
              <a:defRPr sz="12000"/>
            </a:lvl7pPr>
            <a:lvl8pPr lvl="7" rtl="1" algn="ctr">
              <a:lnSpc>
                <a:spcPct val="100000"/>
              </a:lnSpc>
              <a:spcBef>
                <a:spcPts val="0"/>
              </a:spcBef>
              <a:spcAft>
                <a:spcPts val="0"/>
              </a:spcAft>
              <a:buSzPts val="12000"/>
              <a:buNone/>
              <a:defRPr sz="12000"/>
            </a:lvl8pPr>
            <a:lvl9pPr lvl="8" rtl="1" algn="ctr">
              <a:lnSpc>
                <a:spcPct val="100000"/>
              </a:lnSpc>
              <a:spcBef>
                <a:spcPts val="0"/>
              </a:spcBef>
              <a:spcAft>
                <a:spcPts val="0"/>
              </a:spcAft>
              <a:buSzPts val="12000"/>
              <a:buNone/>
              <a:defRPr sz="12000"/>
            </a:lvl9pPr>
          </a:lstStyle>
          <a:p>
            <a:r>
              <a:t>xx%</a:t>
            </a:r>
          </a:p>
        </p:txBody>
      </p:sp>
      <p:pic>
        <p:nvPicPr>
          <p:cNvPr id="12" name="Google Shape;12;p23"/>
          <p:cNvPicPr preferRelativeResize="0"/>
          <p:nvPr/>
        </p:nvPicPr>
        <p:blipFill rotWithShape="1">
          <a:blip r:embed="rId3">
            <a:alphaModFix/>
          </a:blip>
          <a:srcRect b="0" l="0" r="0" t="0"/>
          <a:stretch/>
        </p:blipFill>
        <p:spPr>
          <a:xfrm>
            <a:off x="7527371" y="317427"/>
            <a:ext cx="1356656" cy="2658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rtl="1" algn="ctr">
              <a:lnSpc>
                <a:spcPct val="100000"/>
              </a:lnSpc>
              <a:spcBef>
                <a:spcPts val="0"/>
              </a:spcBef>
              <a:spcAft>
                <a:spcPts val="0"/>
              </a:spcAft>
              <a:buSzPts val="4300"/>
              <a:buFont typeface="Tajawal"/>
              <a:buNone/>
              <a:defRPr b="1" sz="4300">
                <a:latin typeface="Tajawal"/>
                <a:ea typeface="Tajawal"/>
                <a:cs typeface="Tajawal"/>
                <a:sym typeface="Tajawal"/>
              </a:defRPr>
            </a:lvl1pPr>
            <a:lvl2pPr lvl="1" rtl="1" algn="ctr">
              <a:lnSpc>
                <a:spcPct val="100000"/>
              </a:lnSpc>
              <a:spcBef>
                <a:spcPts val="0"/>
              </a:spcBef>
              <a:spcAft>
                <a:spcPts val="0"/>
              </a:spcAft>
              <a:buSzPts val="4900"/>
              <a:buFont typeface="Tajawal"/>
              <a:buNone/>
              <a:defRPr sz="4900">
                <a:latin typeface="Tajawal"/>
                <a:ea typeface="Tajawal"/>
                <a:cs typeface="Tajawal"/>
                <a:sym typeface="Tajawal"/>
              </a:defRPr>
            </a:lvl2pPr>
            <a:lvl3pPr lvl="2" rtl="1" algn="ctr">
              <a:lnSpc>
                <a:spcPct val="100000"/>
              </a:lnSpc>
              <a:spcBef>
                <a:spcPts val="0"/>
              </a:spcBef>
              <a:spcAft>
                <a:spcPts val="0"/>
              </a:spcAft>
              <a:buSzPts val="4900"/>
              <a:buFont typeface="Tajawal"/>
              <a:buNone/>
              <a:defRPr sz="4900">
                <a:latin typeface="Tajawal"/>
                <a:ea typeface="Tajawal"/>
                <a:cs typeface="Tajawal"/>
                <a:sym typeface="Tajawal"/>
              </a:defRPr>
            </a:lvl3pPr>
            <a:lvl4pPr lvl="3" rtl="1" algn="ctr">
              <a:lnSpc>
                <a:spcPct val="100000"/>
              </a:lnSpc>
              <a:spcBef>
                <a:spcPts val="0"/>
              </a:spcBef>
              <a:spcAft>
                <a:spcPts val="0"/>
              </a:spcAft>
              <a:buSzPts val="4900"/>
              <a:buFont typeface="Tajawal"/>
              <a:buNone/>
              <a:defRPr sz="4900">
                <a:latin typeface="Tajawal"/>
                <a:ea typeface="Tajawal"/>
                <a:cs typeface="Tajawal"/>
                <a:sym typeface="Tajawal"/>
              </a:defRPr>
            </a:lvl4pPr>
            <a:lvl5pPr lvl="4" rtl="1" algn="ctr">
              <a:lnSpc>
                <a:spcPct val="100000"/>
              </a:lnSpc>
              <a:spcBef>
                <a:spcPts val="0"/>
              </a:spcBef>
              <a:spcAft>
                <a:spcPts val="0"/>
              </a:spcAft>
              <a:buSzPts val="4900"/>
              <a:buFont typeface="Tajawal"/>
              <a:buNone/>
              <a:defRPr sz="4900">
                <a:latin typeface="Tajawal"/>
                <a:ea typeface="Tajawal"/>
                <a:cs typeface="Tajawal"/>
                <a:sym typeface="Tajawal"/>
              </a:defRPr>
            </a:lvl5pPr>
            <a:lvl6pPr lvl="5" rtl="1" algn="ctr">
              <a:lnSpc>
                <a:spcPct val="100000"/>
              </a:lnSpc>
              <a:spcBef>
                <a:spcPts val="0"/>
              </a:spcBef>
              <a:spcAft>
                <a:spcPts val="0"/>
              </a:spcAft>
              <a:buSzPts val="4900"/>
              <a:buFont typeface="Tajawal"/>
              <a:buNone/>
              <a:defRPr sz="4900">
                <a:latin typeface="Tajawal"/>
                <a:ea typeface="Tajawal"/>
                <a:cs typeface="Tajawal"/>
                <a:sym typeface="Tajawal"/>
              </a:defRPr>
            </a:lvl6pPr>
            <a:lvl7pPr lvl="6" rtl="1" algn="ctr">
              <a:lnSpc>
                <a:spcPct val="100000"/>
              </a:lnSpc>
              <a:spcBef>
                <a:spcPts val="0"/>
              </a:spcBef>
              <a:spcAft>
                <a:spcPts val="0"/>
              </a:spcAft>
              <a:buSzPts val="4900"/>
              <a:buFont typeface="Tajawal"/>
              <a:buNone/>
              <a:defRPr sz="4900">
                <a:latin typeface="Tajawal"/>
                <a:ea typeface="Tajawal"/>
                <a:cs typeface="Tajawal"/>
                <a:sym typeface="Tajawal"/>
              </a:defRPr>
            </a:lvl7pPr>
            <a:lvl8pPr lvl="7" rtl="1" algn="ctr">
              <a:lnSpc>
                <a:spcPct val="100000"/>
              </a:lnSpc>
              <a:spcBef>
                <a:spcPts val="0"/>
              </a:spcBef>
              <a:spcAft>
                <a:spcPts val="0"/>
              </a:spcAft>
              <a:buSzPts val="4900"/>
              <a:buFont typeface="Tajawal"/>
              <a:buNone/>
              <a:defRPr sz="4900">
                <a:latin typeface="Tajawal"/>
                <a:ea typeface="Tajawal"/>
                <a:cs typeface="Tajawal"/>
                <a:sym typeface="Tajawal"/>
              </a:defRPr>
            </a:lvl8pPr>
            <a:lvl9pPr lvl="8" rtl="1" algn="ctr">
              <a:lnSpc>
                <a:spcPct val="100000"/>
              </a:lnSpc>
              <a:spcBef>
                <a:spcPts val="0"/>
              </a:spcBef>
              <a:spcAft>
                <a:spcPts val="0"/>
              </a:spcAft>
              <a:buSzPts val="4900"/>
              <a:buFont typeface="Tajawal"/>
              <a:buNone/>
              <a:defRPr sz="4900">
                <a:latin typeface="Tajawal"/>
                <a:ea typeface="Tajawal"/>
                <a:cs typeface="Tajawal"/>
                <a:sym typeface="Tajawal"/>
              </a:defRPr>
            </a:lvl9pPr>
          </a:lstStyle>
          <a:p/>
        </p:txBody>
      </p:sp>
      <p:sp>
        <p:nvSpPr>
          <p:cNvPr id="15" name="Google Shape;15;p2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rtl="1" algn="ctr">
              <a:lnSpc>
                <a:spcPct val="100000"/>
              </a:lnSpc>
              <a:spcBef>
                <a:spcPts val="0"/>
              </a:spcBef>
              <a:spcAft>
                <a:spcPts val="0"/>
              </a:spcAft>
              <a:buSzPts val="2500"/>
              <a:buFont typeface="Tajawal"/>
              <a:buNone/>
              <a:defRPr sz="2500">
                <a:latin typeface="Tajawal"/>
                <a:ea typeface="Tajawal"/>
                <a:cs typeface="Tajawal"/>
                <a:sym typeface="Tajawal"/>
              </a:defRPr>
            </a:lvl1pPr>
            <a:lvl2pPr lvl="1" rtl="1" algn="ctr">
              <a:lnSpc>
                <a:spcPct val="100000"/>
              </a:lnSpc>
              <a:spcBef>
                <a:spcPts val="0"/>
              </a:spcBef>
              <a:spcAft>
                <a:spcPts val="0"/>
              </a:spcAft>
              <a:buSzPts val="2500"/>
              <a:buFont typeface="Tajawal"/>
              <a:buNone/>
              <a:defRPr sz="2500">
                <a:latin typeface="Tajawal"/>
                <a:ea typeface="Tajawal"/>
                <a:cs typeface="Tajawal"/>
                <a:sym typeface="Tajawal"/>
              </a:defRPr>
            </a:lvl2pPr>
            <a:lvl3pPr lvl="2" rtl="1" algn="ctr">
              <a:lnSpc>
                <a:spcPct val="100000"/>
              </a:lnSpc>
              <a:spcBef>
                <a:spcPts val="0"/>
              </a:spcBef>
              <a:spcAft>
                <a:spcPts val="0"/>
              </a:spcAft>
              <a:buSzPts val="2500"/>
              <a:buFont typeface="Tajawal"/>
              <a:buNone/>
              <a:defRPr sz="2500">
                <a:latin typeface="Tajawal"/>
                <a:ea typeface="Tajawal"/>
                <a:cs typeface="Tajawal"/>
                <a:sym typeface="Tajawal"/>
              </a:defRPr>
            </a:lvl3pPr>
            <a:lvl4pPr lvl="3" rtl="1" algn="ctr">
              <a:lnSpc>
                <a:spcPct val="100000"/>
              </a:lnSpc>
              <a:spcBef>
                <a:spcPts val="0"/>
              </a:spcBef>
              <a:spcAft>
                <a:spcPts val="0"/>
              </a:spcAft>
              <a:buSzPts val="2500"/>
              <a:buFont typeface="Tajawal"/>
              <a:buNone/>
              <a:defRPr sz="2500">
                <a:latin typeface="Tajawal"/>
                <a:ea typeface="Tajawal"/>
                <a:cs typeface="Tajawal"/>
                <a:sym typeface="Tajawal"/>
              </a:defRPr>
            </a:lvl4pPr>
            <a:lvl5pPr lvl="4" rtl="1" algn="ctr">
              <a:lnSpc>
                <a:spcPct val="100000"/>
              </a:lnSpc>
              <a:spcBef>
                <a:spcPts val="0"/>
              </a:spcBef>
              <a:spcAft>
                <a:spcPts val="0"/>
              </a:spcAft>
              <a:buSzPts val="2500"/>
              <a:buFont typeface="Tajawal"/>
              <a:buNone/>
              <a:defRPr sz="2500">
                <a:latin typeface="Tajawal"/>
                <a:ea typeface="Tajawal"/>
                <a:cs typeface="Tajawal"/>
                <a:sym typeface="Tajawal"/>
              </a:defRPr>
            </a:lvl5pPr>
            <a:lvl6pPr lvl="5" rtl="1" algn="ctr">
              <a:lnSpc>
                <a:spcPct val="100000"/>
              </a:lnSpc>
              <a:spcBef>
                <a:spcPts val="0"/>
              </a:spcBef>
              <a:spcAft>
                <a:spcPts val="0"/>
              </a:spcAft>
              <a:buSzPts val="2500"/>
              <a:buFont typeface="Tajawal"/>
              <a:buNone/>
              <a:defRPr sz="2500">
                <a:latin typeface="Tajawal"/>
                <a:ea typeface="Tajawal"/>
                <a:cs typeface="Tajawal"/>
                <a:sym typeface="Tajawal"/>
              </a:defRPr>
            </a:lvl6pPr>
            <a:lvl7pPr lvl="6" rtl="1" algn="ctr">
              <a:lnSpc>
                <a:spcPct val="100000"/>
              </a:lnSpc>
              <a:spcBef>
                <a:spcPts val="0"/>
              </a:spcBef>
              <a:spcAft>
                <a:spcPts val="0"/>
              </a:spcAft>
              <a:buSzPts val="2500"/>
              <a:buFont typeface="Tajawal"/>
              <a:buNone/>
              <a:defRPr sz="2500">
                <a:latin typeface="Tajawal"/>
                <a:ea typeface="Tajawal"/>
                <a:cs typeface="Tajawal"/>
                <a:sym typeface="Tajawal"/>
              </a:defRPr>
            </a:lvl7pPr>
            <a:lvl8pPr lvl="7" rtl="1" algn="ctr">
              <a:lnSpc>
                <a:spcPct val="100000"/>
              </a:lnSpc>
              <a:spcBef>
                <a:spcPts val="0"/>
              </a:spcBef>
              <a:spcAft>
                <a:spcPts val="0"/>
              </a:spcAft>
              <a:buSzPts val="2500"/>
              <a:buFont typeface="Tajawal"/>
              <a:buNone/>
              <a:defRPr sz="2500">
                <a:latin typeface="Tajawal"/>
                <a:ea typeface="Tajawal"/>
                <a:cs typeface="Tajawal"/>
                <a:sym typeface="Tajawal"/>
              </a:defRPr>
            </a:lvl8pPr>
            <a:lvl9pPr lvl="8" rtl="1" algn="ctr">
              <a:lnSpc>
                <a:spcPct val="100000"/>
              </a:lnSpc>
              <a:spcBef>
                <a:spcPts val="0"/>
              </a:spcBef>
              <a:spcAft>
                <a:spcPts val="0"/>
              </a:spcAft>
              <a:buSzPts val="2500"/>
              <a:buFont typeface="Tajawal"/>
              <a:buNone/>
              <a:defRPr sz="2500">
                <a:latin typeface="Tajawal"/>
                <a:ea typeface="Tajawal"/>
                <a:cs typeface="Tajawal"/>
                <a:sym typeface="Tajawal"/>
              </a:defRPr>
            </a:lvl9pPr>
          </a:lstStyle>
          <a:p/>
        </p:txBody>
      </p:sp>
      <p:sp>
        <p:nvSpPr>
          <p:cNvPr id="16" name="Google Shape;16;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9" name="Google Shape;19;p25"/>
          <p:cNvSpPr txBox="1"/>
          <p:nvPr>
            <p:ph type="title"/>
          </p:nvPr>
        </p:nvSpPr>
        <p:spPr>
          <a:xfrm>
            <a:off x="2079450" y="445025"/>
            <a:ext cx="6707400" cy="627900"/>
          </a:xfrm>
          <a:prstGeom prst="rect">
            <a:avLst/>
          </a:prstGeom>
          <a:noFill/>
          <a:ln>
            <a:noFill/>
          </a:ln>
        </p:spPr>
        <p:txBody>
          <a:bodyPr anchorCtr="0" anchor="t" bIns="91425" lIns="91425" spcFirstLastPara="1" rIns="91425" wrap="square" tIns="91425">
            <a:normAutofit/>
          </a:bodyPr>
          <a:lstStyle>
            <a:lvl1pPr lvl="0" rtl="1" algn="l">
              <a:lnSpc>
                <a:spcPct val="100000"/>
              </a:lnSpc>
              <a:spcBef>
                <a:spcPts val="0"/>
              </a:spcBef>
              <a:spcAft>
                <a:spcPts val="0"/>
              </a:spcAft>
              <a:buClr>
                <a:srgbClr val="543198"/>
              </a:buClr>
              <a:buSzPts val="2500"/>
              <a:buNone/>
              <a:defRPr b="1">
                <a:solidFill>
                  <a:srgbClr val="543198"/>
                </a:solidFill>
              </a:defRPr>
            </a:lvl1pPr>
            <a:lvl2pPr lvl="1" rtl="1" algn="l">
              <a:lnSpc>
                <a:spcPct val="100000"/>
              </a:lnSpc>
              <a:spcBef>
                <a:spcPts val="0"/>
              </a:spcBef>
              <a:spcAft>
                <a:spcPts val="0"/>
              </a:spcAft>
              <a:buClr>
                <a:srgbClr val="543198"/>
              </a:buClr>
              <a:buSzPts val="2800"/>
              <a:buNone/>
              <a:defRPr b="1">
                <a:solidFill>
                  <a:srgbClr val="543198"/>
                </a:solidFill>
              </a:defRPr>
            </a:lvl2pPr>
            <a:lvl3pPr lvl="2" rtl="1" algn="l">
              <a:lnSpc>
                <a:spcPct val="100000"/>
              </a:lnSpc>
              <a:spcBef>
                <a:spcPts val="0"/>
              </a:spcBef>
              <a:spcAft>
                <a:spcPts val="0"/>
              </a:spcAft>
              <a:buClr>
                <a:srgbClr val="543198"/>
              </a:buClr>
              <a:buSzPts val="2800"/>
              <a:buNone/>
              <a:defRPr b="1">
                <a:solidFill>
                  <a:srgbClr val="543198"/>
                </a:solidFill>
              </a:defRPr>
            </a:lvl3pPr>
            <a:lvl4pPr lvl="3" rtl="1" algn="l">
              <a:lnSpc>
                <a:spcPct val="100000"/>
              </a:lnSpc>
              <a:spcBef>
                <a:spcPts val="0"/>
              </a:spcBef>
              <a:spcAft>
                <a:spcPts val="0"/>
              </a:spcAft>
              <a:buClr>
                <a:srgbClr val="543198"/>
              </a:buClr>
              <a:buSzPts val="2800"/>
              <a:buNone/>
              <a:defRPr b="1">
                <a:solidFill>
                  <a:srgbClr val="543198"/>
                </a:solidFill>
              </a:defRPr>
            </a:lvl4pPr>
            <a:lvl5pPr lvl="4" rtl="1" algn="l">
              <a:lnSpc>
                <a:spcPct val="100000"/>
              </a:lnSpc>
              <a:spcBef>
                <a:spcPts val="0"/>
              </a:spcBef>
              <a:spcAft>
                <a:spcPts val="0"/>
              </a:spcAft>
              <a:buClr>
                <a:srgbClr val="543198"/>
              </a:buClr>
              <a:buSzPts val="2800"/>
              <a:buNone/>
              <a:defRPr b="1">
                <a:solidFill>
                  <a:srgbClr val="543198"/>
                </a:solidFill>
              </a:defRPr>
            </a:lvl5pPr>
            <a:lvl6pPr lvl="5" rtl="1" algn="l">
              <a:lnSpc>
                <a:spcPct val="100000"/>
              </a:lnSpc>
              <a:spcBef>
                <a:spcPts val="0"/>
              </a:spcBef>
              <a:spcAft>
                <a:spcPts val="0"/>
              </a:spcAft>
              <a:buClr>
                <a:srgbClr val="543198"/>
              </a:buClr>
              <a:buSzPts val="2800"/>
              <a:buNone/>
              <a:defRPr b="1">
                <a:solidFill>
                  <a:srgbClr val="543198"/>
                </a:solidFill>
              </a:defRPr>
            </a:lvl6pPr>
            <a:lvl7pPr lvl="6" rtl="1" algn="l">
              <a:lnSpc>
                <a:spcPct val="100000"/>
              </a:lnSpc>
              <a:spcBef>
                <a:spcPts val="0"/>
              </a:spcBef>
              <a:spcAft>
                <a:spcPts val="0"/>
              </a:spcAft>
              <a:buClr>
                <a:srgbClr val="543198"/>
              </a:buClr>
              <a:buSzPts val="2800"/>
              <a:buNone/>
              <a:defRPr b="1">
                <a:solidFill>
                  <a:srgbClr val="543198"/>
                </a:solidFill>
              </a:defRPr>
            </a:lvl7pPr>
            <a:lvl8pPr lvl="7" rtl="1" algn="l">
              <a:lnSpc>
                <a:spcPct val="100000"/>
              </a:lnSpc>
              <a:spcBef>
                <a:spcPts val="0"/>
              </a:spcBef>
              <a:spcAft>
                <a:spcPts val="0"/>
              </a:spcAft>
              <a:buClr>
                <a:srgbClr val="543198"/>
              </a:buClr>
              <a:buSzPts val="2800"/>
              <a:buNone/>
              <a:defRPr b="1">
                <a:solidFill>
                  <a:srgbClr val="543198"/>
                </a:solidFill>
              </a:defRPr>
            </a:lvl8pPr>
            <a:lvl9pPr lvl="8" rtl="1" algn="l">
              <a:lnSpc>
                <a:spcPct val="100000"/>
              </a:lnSpc>
              <a:spcBef>
                <a:spcPts val="0"/>
              </a:spcBef>
              <a:spcAft>
                <a:spcPts val="0"/>
              </a:spcAft>
              <a:buClr>
                <a:srgbClr val="543198"/>
              </a:buClr>
              <a:buSzPts val="2800"/>
              <a:buNone/>
              <a:defRPr b="1">
                <a:solidFill>
                  <a:srgbClr val="543198"/>
                </a:solidFill>
              </a:defRPr>
            </a:lvl9pPr>
          </a:lstStyle>
          <a:p/>
        </p:txBody>
      </p:sp>
      <p:sp>
        <p:nvSpPr>
          <p:cNvPr id="20" name="Google Shape;20;p25"/>
          <p:cNvSpPr txBox="1"/>
          <p:nvPr>
            <p:ph idx="1" type="body"/>
          </p:nvPr>
        </p:nvSpPr>
        <p:spPr>
          <a:xfrm>
            <a:off x="2758650" y="1334150"/>
            <a:ext cx="6028200" cy="1757400"/>
          </a:xfrm>
          <a:prstGeom prst="rect">
            <a:avLst/>
          </a:prstGeom>
          <a:noFill/>
          <a:ln>
            <a:noFill/>
          </a:ln>
        </p:spPr>
        <p:txBody>
          <a:bodyPr anchorCtr="0" anchor="t" bIns="91425" lIns="91425" spcFirstLastPara="1" rIns="91425" wrap="square" tIns="91425">
            <a:normAutofit/>
          </a:bodyPr>
          <a:lstStyle>
            <a:lvl1pPr indent="-342900" lvl="0" marL="457200" rtl="1" algn="l">
              <a:lnSpc>
                <a:spcPct val="115000"/>
              </a:lnSpc>
              <a:spcBef>
                <a:spcPts val="0"/>
              </a:spcBef>
              <a:spcAft>
                <a:spcPts val="0"/>
              </a:spcAft>
              <a:buClr>
                <a:srgbClr val="424242"/>
              </a:buClr>
              <a:buSzPts val="1800"/>
              <a:buChar char="●"/>
              <a:defRPr>
                <a:solidFill>
                  <a:srgbClr val="424242"/>
                </a:solidFill>
              </a:defRPr>
            </a:lvl1pPr>
            <a:lvl2pPr indent="-317500" lvl="1" marL="914400" rtl="1" algn="l">
              <a:lnSpc>
                <a:spcPct val="115000"/>
              </a:lnSpc>
              <a:spcBef>
                <a:spcPts val="0"/>
              </a:spcBef>
              <a:spcAft>
                <a:spcPts val="0"/>
              </a:spcAft>
              <a:buClr>
                <a:srgbClr val="424242"/>
              </a:buClr>
              <a:buSzPts val="1400"/>
              <a:buChar char="○"/>
              <a:defRPr>
                <a:solidFill>
                  <a:srgbClr val="424242"/>
                </a:solidFill>
              </a:defRPr>
            </a:lvl2pPr>
            <a:lvl3pPr indent="-317500" lvl="2" marL="1371600" rtl="1" algn="l">
              <a:lnSpc>
                <a:spcPct val="115000"/>
              </a:lnSpc>
              <a:spcBef>
                <a:spcPts val="0"/>
              </a:spcBef>
              <a:spcAft>
                <a:spcPts val="0"/>
              </a:spcAft>
              <a:buClr>
                <a:srgbClr val="424242"/>
              </a:buClr>
              <a:buSzPts val="1400"/>
              <a:buChar char="■"/>
              <a:defRPr>
                <a:solidFill>
                  <a:srgbClr val="424242"/>
                </a:solidFill>
              </a:defRPr>
            </a:lvl3pPr>
            <a:lvl4pPr indent="-317500" lvl="3" marL="1828800" rtl="1" algn="l">
              <a:lnSpc>
                <a:spcPct val="115000"/>
              </a:lnSpc>
              <a:spcBef>
                <a:spcPts val="0"/>
              </a:spcBef>
              <a:spcAft>
                <a:spcPts val="0"/>
              </a:spcAft>
              <a:buClr>
                <a:srgbClr val="424242"/>
              </a:buClr>
              <a:buSzPts val="1400"/>
              <a:buChar char="●"/>
              <a:defRPr>
                <a:solidFill>
                  <a:srgbClr val="424242"/>
                </a:solidFill>
              </a:defRPr>
            </a:lvl4pPr>
            <a:lvl5pPr indent="-317500" lvl="4" marL="2286000" rtl="1" algn="l">
              <a:lnSpc>
                <a:spcPct val="115000"/>
              </a:lnSpc>
              <a:spcBef>
                <a:spcPts val="0"/>
              </a:spcBef>
              <a:spcAft>
                <a:spcPts val="0"/>
              </a:spcAft>
              <a:buClr>
                <a:srgbClr val="424242"/>
              </a:buClr>
              <a:buSzPts val="1400"/>
              <a:buChar char="○"/>
              <a:defRPr>
                <a:solidFill>
                  <a:srgbClr val="424242"/>
                </a:solidFill>
              </a:defRPr>
            </a:lvl5pPr>
            <a:lvl6pPr indent="-317500" lvl="5" marL="2743200" rtl="1" algn="l">
              <a:lnSpc>
                <a:spcPct val="115000"/>
              </a:lnSpc>
              <a:spcBef>
                <a:spcPts val="0"/>
              </a:spcBef>
              <a:spcAft>
                <a:spcPts val="0"/>
              </a:spcAft>
              <a:buClr>
                <a:srgbClr val="424242"/>
              </a:buClr>
              <a:buSzPts val="1400"/>
              <a:buChar char="■"/>
              <a:defRPr>
                <a:solidFill>
                  <a:srgbClr val="424242"/>
                </a:solidFill>
              </a:defRPr>
            </a:lvl6pPr>
            <a:lvl7pPr indent="-317500" lvl="6" marL="3200400" rtl="1" algn="l">
              <a:lnSpc>
                <a:spcPct val="115000"/>
              </a:lnSpc>
              <a:spcBef>
                <a:spcPts val="0"/>
              </a:spcBef>
              <a:spcAft>
                <a:spcPts val="0"/>
              </a:spcAft>
              <a:buClr>
                <a:srgbClr val="424242"/>
              </a:buClr>
              <a:buSzPts val="1400"/>
              <a:buChar char="●"/>
              <a:defRPr>
                <a:solidFill>
                  <a:srgbClr val="424242"/>
                </a:solidFill>
              </a:defRPr>
            </a:lvl7pPr>
            <a:lvl8pPr indent="-317500" lvl="7" marL="3657600" rtl="1" algn="l">
              <a:lnSpc>
                <a:spcPct val="115000"/>
              </a:lnSpc>
              <a:spcBef>
                <a:spcPts val="0"/>
              </a:spcBef>
              <a:spcAft>
                <a:spcPts val="0"/>
              </a:spcAft>
              <a:buClr>
                <a:srgbClr val="424242"/>
              </a:buClr>
              <a:buSzPts val="1400"/>
              <a:buChar char="○"/>
              <a:defRPr>
                <a:solidFill>
                  <a:srgbClr val="424242"/>
                </a:solidFill>
              </a:defRPr>
            </a:lvl8pPr>
            <a:lvl9pPr indent="-317500" lvl="8" marL="4114800" rtl="1" algn="l">
              <a:lnSpc>
                <a:spcPct val="115000"/>
              </a:lnSpc>
              <a:spcBef>
                <a:spcPts val="0"/>
              </a:spcBef>
              <a:spcAft>
                <a:spcPts val="0"/>
              </a:spcAft>
              <a:buClr>
                <a:srgbClr val="424242"/>
              </a:buClr>
              <a:buSzPts val="1400"/>
              <a:buChar char="■"/>
              <a:defRPr>
                <a:solidFill>
                  <a:srgbClr val="424242"/>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blipFill>
          <a:blip r:embed="rId2">
            <a:alphaModFix/>
          </a:blip>
          <a:stretch>
            <a:fillRect/>
          </a:stretch>
        </a:blipFill>
      </p:bgPr>
    </p:bg>
    <p:spTree>
      <p:nvGrpSpPr>
        <p:cNvPr id="21" name="Shape 21"/>
        <p:cNvGrpSpPr/>
        <p:nvPr/>
      </p:nvGrpSpPr>
      <p:grpSpPr>
        <a:xfrm>
          <a:off x="0" y="0"/>
          <a:ext cx="0" cy="0"/>
          <a:chOff x="0" y="0"/>
          <a:chExt cx="0" cy="0"/>
        </a:xfrm>
      </p:grpSpPr>
      <p:sp>
        <p:nvSpPr>
          <p:cNvPr id="22" name="Google Shape;22;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2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rtl="1" algn="ctr">
              <a:lnSpc>
                <a:spcPct val="100000"/>
              </a:lnSpc>
              <a:spcBef>
                <a:spcPts val="0"/>
              </a:spcBef>
              <a:spcAft>
                <a:spcPts val="0"/>
              </a:spcAft>
              <a:buSzPts val="3600"/>
              <a:buFont typeface="Tajawal"/>
              <a:buNone/>
              <a:defRPr sz="3600">
                <a:latin typeface="Tajawal"/>
                <a:ea typeface="Tajawal"/>
                <a:cs typeface="Tajawal"/>
                <a:sym typeface="Tajawal"/>
              </a:defRPr>
            </a:lvl1pPr>
            <a:lvl2pPr lvl="1" rtl="1" algn="ctr">
              <a:lnSpc>
                <a:spcPct val="100000"/>
              </a:lnSpc>
              <a:spcBef>
                <a:spcPts val="0"/>
              </a:spcBef>
              <a:spcAft>
                <a:spcPts val="0"/>
              </a:spcAft>
              <a:buSzPts val="3600"/>
              <a:buFont typeface="Tajawal"/>
              <a:buNone/>
              <a:defRPr sz="3600">
                <a:latin typeface="Tajawal"/>
                <a:ea typeface="Tajawal"/>
                <a:cs typeface="Tajawal"/>
                <a:sym typeface="Tajawal"/>
              </a:defRPr>
            </a:lvl2pPr>
            <a:lvl3pPr lvl="2" rtl="1" algn="ctr">
              <a:lnSpc>
                <a:spcPct val="100000"/>
              </a:lnSpc>
              <a:spcBef>
                <a:spcPts val="0"/>
              </a:spcBef>
              <a:spcAft>
                <a:spcPts val="0"/>
              </a:spcAft>
              <a:buSzPts val="3600"/>
              <a:buFont typeface="Tajawal"/>
              <a:buNone/>
              <a:defRPr sz="3600">
                <a:latin typeface="Tajawal"/>
                <a:ea typeface="Tajawal"/>
                <a:cs typeface="Tajawal"/>
                <a:sym typeface="Tajawal"/>
              </a:defRPr>
            </a:lvl3pPr>
            <a:lvl4pPr lvl="3" rtl="1" algn="ctr">
              <a:lnSpc>
                <a:spcPct val="100000"/>
              </a:lnSpc>
              <a:spcBef>
                <a:spcPts val="0"/>
              </a:spcBef>
              <a:spcAft>
                <a:spcPts val="0"/>
              </a:spcAft>
              <a:buSzPts val="3600"/>
              <a:buFont typeface="Tajawal"/>
              <a:buNone/>
              <a:defRPr sz="3600">
                <a:latin typeface="Tajawal"/>
                <a:ea typeface="Tajawal"/>
                <a:cs typeface="Tajawal"/>
                <a:sym typeface="Tajawal"/>
              </a:defRPr>
            </a:lvl4pPr>
            <a:lvl5pPr lvl="4" rtl="1" algn="ctr">
              <a:lnSpc>
                <a:spcPct val="100000"/>
              </a:lnSpc>
              <a:spcBef>
                <a:spcPts val="0"/>
              </a:spcBef>
              <a:spcAft>
                <a:spcPts val="0"/>
              </a:spcAft>
              <a:buSzPts val="3600"/>
              <a:buFont typeface="Tajawal"/>
              <a:buNone/>
              <a:defRPr sz="3600">
                <a:latin typeface="Tajawal"/>
                <a:ea typeface="Tajawal"/>
                <a:cs typeface="Tajawal"/>
                <a:sym typeface="Tajawal"/>
              </a:defRPr>
            </a:lvl5pPr>
            <a:lvl6pPr lvl="5" rtl="1" algn="ctr">
              <a:lnSpc>
                <a:spcPct val="100000"/>
              </a:lnSpc>
              <a:spcBef>
                <a:spcPts val="0"/>
              </a:spcBef>
              <a:spcAft>
                <a:spcPts val="0"/>
              </a:spcAft>
              <a:buSzPts val="3600"/>
              <a:buFont typeface="Tajawal"/>
              <a:buNone/>
              <a:defRPr sz="3600">
                <a:latin typeface="Tajawal"/>
                <a:ea typeface="Tajawal"/>
                <a:cs typeface="Tajawal"/>
                <a:sym typeface="Tajawal"/>
              </a:defRPr>
            </a:lvl6pPr>
            <a:lvl7pPr lvl="6" rtl="1" algn="ctr">
              <a:lnSpc>
                <a:spcPct val="100000"/>
              </a:lnSpc>
              <a:spcBef>
                <a:spcPts val="0"/>
              </a:spcBef>
              <a:spcAft>
                <a:spcPts val="0"/>
              </a:spcAft>
              <a:buSzPts val="3600"/>
              <a:buFont typeface="Tajawal"/>
              <a:buNone/>
              <a:defRPr sz="3600">
                <a:latin typeface="Tajawal"/>
                <a:ea typeface="Tajawal"/>
                <a:cs typeface="Tajawal"/>
                <a:sym typeface="Tajawal"/>
              </a:defRPr>
            </a:lvl7pPr>
            <a:lvl8pPr lvl="7" rtl="1" algn="ctr">
              <a:lnSpc>
                <a:spcPct val="100000"/>
              </a:lnSpc>
              <a:spcBef>
                <a:spcPts val="0"/>
              </a:spcBef>
              <a:spcAft>
                <a:spcPts val="0"/>
              </a:spcAft>
              <a:buSzPts val="3600"/>
              <a:buFont typeface="Tajawal"/>
              <a:buNone/>
              <a:defRPr sz="3600">
                <a:latin typeface="Tajawal"/>
                <a:ea typeface="Tajawal"/>
                <a:cs typeface="Tajawal"/>
                <a:sym typeface="Tajawal"/>
              </a:defRPr>
            </a:lvl8pPr>
            <a:lvl9pPr lvl="8" rtl="1" algn="ctr">
              <a:lnSpc>
                <a:spcPct val="100000"/>
              </a:lnSpc>
              <a:spcBef>
                <a:spcPts val="0"/>
              </a:spcBef>
              <a:spcAft>
                <a:spcPts val="0"/>
              </a:spcAft>
              <a:buSzPts val="3600"/>
              <a:buFont typeface="Tajawal"/>
              <a:buNone/>
              <a:defRPr sz="3600">
                <a:latin typeface="Tajawal"/>
                <a:ea typeface="Tajawal"/>
                <a:cs typeface="Tajawal"/>
                <a:sym typeface="Tajawal"/>
              </a:defRPr>
            </a:lvl9pPr>
          </a:lstStyle>
          <a:p/>
        </p:txBody>
      </p:sp>
      <p:sp>
        <p:nvSpPr>
          <p:cNvPr id="25" name="Google Shape;25;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8" name="Google Shape;28;p28"/>
          <p:cNvSpPr txBox="1"/>
          <p:nvPr>
            <p:ph type="title"/>
          </p:nvPr>
        </p:nvSpPr>
        <p:spPr>
          <a:xfrm>
            <a:off x="2079450" y="714175"/>
            <a:ext cx="6707400" cy="777300"/>
          </a:xfrm>
          <a:prstGeom prst="rect">
            <a:avLst/>
          </a:prstGeom>
          <a:noFill/>
          <a:ln>
            <a:noFill/>
          </a:ln>
        </p:spPr>
        <p:txBody>
          <a:bodyPr anchorCtr="0" anchor="t" bIns="91425" lIns="91425" spcFirstLastPara="1" rIns="91425" wrap="square" tIns="91425">
            <a:normAutofit/>
          </a:bodyPr>
          <a:lstStyle>
            <a:lvl1pPr lvl="0" rtl="1" algn="l">
              <a:lnSpc>
                <a:spcPct val="100000"/>
              </a:lnSpc>
              <a:spcBef>
                <a:spcPts val="0"/>
              </a:spcBef>
              <a:spcAft>
                <a:spcPts val="0"/>
              </a:spcAft>
              <a:buClr>
                <a:srgbClr val="543198"/>
              </a:buClr>
              <a:buSzPts val="2500"/>
              <a:buNone/>
              <a:defRPr b="1">
                <a:solidFill>
                  <a:srgbClr val="543198"/>
                </a:solidFill>
              </a:defRPr>
            </a:lvl1pPr>
            <a:lvl2pPr lvl="1" rtl="1" algn="l">
              <a:lnSpc>
                <a:spcPct val="100000"/>
              </a:lnSpc>
              <a:spcBef>
                <a:spcPts val="0"/>
              </a:spcBef>
              <a:spcAft>
                <a:spcPts val="0"/>
              </a:spcAft>
              <a:buClr>
                <a:srgbClr val="543198"/>
              </a:buClr>
              <a:buSzPts val="2800"/>
              <a:buNone/>
              <a:defRPr b="1">
                <a:solidFill>
                  <a:srgbClr val="543198"/>
                </a:solidFill>
              </a:defRPr>
            </a:lvl2pPr>
            <a:lvl3pPr lvl="2" rtl="1" algn="l">
              <a:lnSpc>
                <a:spcPct val="100000"/>
              </a:lnSpc>
              <a:spcBef>
                <a:spcPts val="0"/>
              </a:spcBef>
              <a:spcAft>
                <a:spcPts val="0"/>
              </a:spcAft>
              <a:buClr>
                <a:srgbClr val="543198"/>
              </a:buClr>
              <a:buSzPts val="2800"/>
              <a:buNone/>
              <a:defRPr b="1">
                <a:solidFill>
                  <a:srgbClr val="543198"/>
                </a:solidFill>
              </a:defRPr>
            </a:lvl3pPr>
            <a:lvl4pPr lvl="3" rtl="1" algn="l">
              <a:lnSpc>
                <a:spcPct val="100000"/>
              </a:lnSpc>
              <a:spcBef>
                <a:spcPts val="0"/>
              </a:spcBef>
              <a:spcAft>
                <a:spcPts val="0"/>
              </a:spcAft>
              <a:buClr>
                <a:srgbClr val="543198"/>
              </a:buClr>
              <a:buSzPts val="2800"/>
              <a:buNone/>
              <a:defRPr b="1">
                <a:solidFill>
                  <a:srgbClr val="543198"/>
                </a:solidFill>
              </a:defRPr>
            </a:lvl4pPr>
            <a:lvl5pPr lvl="4" rtl="1" algn="l">
              <a:lnSpc>
                <a:spcPct val="100000"/>
              </a:lnSpc>
              <a:spcBef>
                <a:spcPts val="0"/>
              </a:spcBef>
              <a:spcAft>
                <a:spcPts val="0"/>
              </a:spcAft>
              <a:buClr>
                <a:srgbClr val="543198"/>
              </a:buClr>
              <a:buSzPts val="2800"/>
              <a:buNone/>
              <a:defRPr b="1">
                <a:solidFill>
                  <a:srgbClr val="543198"/>
                </a:solidFill>
              </a:defRPr>
            </a:lvl5pPr>
            <a:lvl6pPr lvl="5" rtl="1" algn="l">
              <a:lnSpc>
                <a:spcPct val="100000"/>
              </a:lnSpc>
              <a:spcBef>
                <a:spcPts val="0"/>
              </a:spcBef>
              <a:spcAft>
                <a:spcPts val="0"/>
              </a:spcAft>
              <a:buClr>
                <a:srgbClr val="543198"/>
              </a:buClr>
              <a:buSzPts val="2800"/>
              <a:buNone/>
              <a:defRPr b="1">
                <a:solidFill>
                  <a:srgbClr val="543198"/>
                </a:solidFill>
              </a:defRPr>
            </a:lvl6pPr>
            <a:lvl7pPr lvl="6" rtl="1" algn="l">
              <a:lnSpc>
                <a:spcPct val="100000"/>
              </a:lnSpc>
              <a:spcBef>
                <a:spcPts val="0"/>
              </a:spcBef>
              <a:spcAft>
                <a:spcPts val="0"/>
              </a:spcAft>
              <a:buClr>
                <a:srgbClr val="543198"/>
              </a:buClr>
              <a:buSzPts val="2800"/>
              <a:buNone/>
              <a:defRPr b="1">
                <a:solidFill>
                  <a:srgbClr val="543198"/>
                </a:solidFill>
              </a:defRPr>
            </a:lvl7pPr>
            <a:lvl8pPr lvl="7" rtl="1" algn="l">
              <a:lnSpc>
                <a:spcPct val="100000"/>
              </a:lnSpc>
              <a:spcBef>
                <a:spcPts val="0"/>
              </a:spcBef>
              <a:spcAft>
                <a:spcPts val="0"/>
              </a:spcAft>
              <a:buClr>
                <a:srgbClr val="543198"/>
              </a:buClr>
              <a:buSzPts val="2800"/>
              <a:buNone/>
              <a:defRPr b="1">
                <a:solidFill>
                  <a:srgbClr val="543198"/>
                </a:solidFill>
              </a:defRPr>
            </a:lvl8pPr>
            <a:lvl9pPr lvl="8" rtl="1" algn="l">
              <a:lnSpc>
                <a:spcPct val="100000"/>
              </a:lnSpc>
              <a:spcBef>
                <a:spcPts val="0"/>
              </a:spcBef>
              <a:spcAft>
                <a:spcPts val="0"/>
              </a:spcAft>
              <a:buClr>
                <a:srgbClr val="543198"/>
              </a:buClr>
              <a:buSzPts val="2800"/>
              <a:buNone/>
              <a:defRPr b="1">
                <a:solidFill>
                  <a:srgbClr val="543198"/>
                </a:solidFill>
              </a:defRPr>
            </a:lvl9pPr>
          </a:lstStyle>
          <a:p/>
        </p:txBody>
      </p:sp>
      <p:sp>
        <p:nvSpPr>
          <p:cNvPr id="29" name="Google Shape;29;p28"/>
          <p:cNvSpPr txBox="1"/>
          <p:nvPr>
            <p:ph idx="1" type="body"/>
          </p:nvPr>
        </p:nvSpPr>
        <p:spPr>
          <a:xfrm>
            <a:off x="2758650" y="1526325"/>
            <a:ext cx="6028200" cy="1757400"/>
          </a:xfrm>
          <a:prstGeom prst="rect">
            <a:avLst/>
          </a:prstGeom>
          <a:noFill/>
          <a:ln>
            <a:noFill/>
          </a:ln>
        </p:spPr>
        <p:txBody>
          <a:bodyPr anchorCtr="0" anchor="t" bIns="91425" lIns="91425" spcFirstLastPara="1" rIns="91425" wrap="square" tIns="91425">
            <a:normAutofit/>
          </a:bodyPr>
          <a:lstStyle>
            <a:lvl1pPr indent="-342900" lvl="0" marL="457200" rtl="1" algn="l">
              <a:lnSpc>
                <a:spcPct val="115000"/>
              </a:lnSpc>
              <a:spcBef>
                <a:spcPts val="0"/>
              </a:spcBef>
              <a:spcAft>
                <a:spcPts val="0"/>
              </a:spcAft>
              <a:buClr>
                <a:srgbClr val="424242"/>
              </a:buClr>
              <a:buSzPts val="1800"/>
              <a:buChar char="●"/>
              <a:defRPr>
                <a:solidFill>
                  <a:srgbClr val="424242"/>
                </a:solidFill>
              </a:defRPr>
            </a:lvl1pPr>
            <a:lvl2pPr indent="-317500" lvl="1" marL="914400" rtl="1" algn="l">
              <a:lnSpc>
                <a:spcPct val="115000"/>
              </a:lnSpc>
              <a:spcBef>
                <a:spcPts val="0"/>
              </a:spcBef>
              <a:spcAft>
                <a:spcPts val="0"/>
              </a:spcAft>
              <a:buClr>
                <a:srgbClr val="424242"/>
              </a:buClr>
              <a:buSzPts val="1400"/>
              <a:buChar char="○"/>
              <a:defRPr>
                <a:solidFill>
                  <a:srgbClr val="424242"/>
                </a:solidFill>
              </a:defRPr>
            </a:lvl2pPr>
            <a:lvl3pPr indent="-317500" lvl="2" marL="1371600" rtl="1" algn="l">
              <a:lnSpc>
                <a:spcPct val="115000"/>
              </a:lnSpc>
              <a:spcBef>
                <a:spcPts val="0"/>
              </a:spcBef>
              <a:spcAft>
                <a:spcPts val="0"/>
              </a:spcAft>
              <a:buClr>
                <a:srgbClr val="424242"/>
              </a:buClr>
              <a:buSzPts val="1400"/>
              <a:buChar char="■"/>
              <a:defRPr>
                <a:solidFill>
                  <a:srgbClr val="424242"/>
                </a:solidFill>
              </a:defRPr>
            </a:lvl3pPr>
            <a:lvl4pPr indent="-317500" lvl="3" marL="1828800" rtl="1" algn="l">
              <a:lnSpc>
                <a:spcPct val="115000"/>
              </a:lnSpc>
              <a:spcBef>
                <a:spcPts val="0"/>
              </a:spcBef>
              <a:spcAft>
                <a:spcPts val="0"/>
              </a:spcAft>
              <a:buClr>
                <a:srgbClr val="424242"/>
              </a:buClr>
              <a:buSzPts val="1400"/>
              <a:buChar char="●"/>
              <a:defRPr>
                <a:solidFill>
                  <a:srgbClr val="424242"/>
                </a:solidFill>
              </a:defRPr>
            </a:lvl4pPr>
            <a:lvl5pPr indent="-317500" lvl="4" marL="2286000" rtl="1" algn="l">
              <a:lnSpc>
                <a:spcPct val="115000"/>
              </a:lnSpc>
              <a:spcBef>
                <a:spcPts val="0"/>
              </a:spcBef>
              <a:spcAft>
                <a:spcPts val="0"/>
              </a:spcAft>
              <a:buClr>
                <a:srgbClr val="424242"/>
              </a:buClr>
              <a:buSzPts val="1400"/>
              <a:buChar char="○"/>
              <a:defRPr>
                <a:solidFill>
                  <a:srgbClr val="424242"/>
                </a:solidFill>
              </a:defRPr>
            </a:lvl5pPr>
            <a:lvl6pPr indent="-317500" lvl="5" marL="2743200" rtl="1" algn="l">
              <a:lnSpc>
                <a:spcPct val="115000"/>
              </a:lnSpc>
              <a:spcBef>
                <a:spcPts val="0"/>
              </a:spcBef>
              <a:spcAft>
                <a:spcPts val="0"/>
              </a:spcAft>
              <a:buClr>
                <a:srgbClr val="424242"/>
              </a:buClr>
              <a:buSzPts val="1400"/>
              <a:buChar char="■"/>
              <a:defRPr>
                <a:solidFill>
                  <a:srgbClr val="424242"/>
                </a:solidFill>
              </a:defRPr>
            </a:lvl6pPr>
            <a:lvl7pPr indent="-317500" lvl="6" marL="3200400" rtl="1" algn="l">
              <a:lnSpc>
                <a:spcPct val="115000"/>
              </a:lnSpc>
              <a:spcBef>
                <a:spcPts val="0"/>
              </a:spcBef>
              <a:spcAft>
                <a:spcPts val="0"/>
              </a:spcAft>
              <a:buClr>
                <a:srgbClr val="424242"/>
              </a:buClr>
              <a:buSzPts val="1400"/>
              <a:buChar char="●"/>
              <a:defRPr>
                <a:solidFill>
                  <a:srgbClr val="424242"/>
                </a:solidFill>
              </a:defRPr>
            </a:lvl7pPr>
            <a:lvl8pPr indent="-317500" lvl="7" marL="3657600" rtl="1" algn="l">
              <a:lnSpc>
                <a:spcPct val="115000"/>
              </a:lnSpc>
              <a:spcBef>
                <a:spcPts val="0"/>
              </a:spcBef>
              <a:spcAft>
                <a:spcPts val="0"/>
              </a:spcAft>
              <a:buClr>
                <a:srgbClr val="424242"/>
              </a:buClr>
              <a:buSzPts val="1400"/>
              <a:buChar char="○"/>
              <a:defRPr>
                <a:solidFill>
                  <a:srgbClr val="424242"/>
                </a:solidFill>
              </a:defRPr>
            </a:lvl8pPr>
            <a:lvl9pPr indent="-317500" lvl="8" marL="4114800" rtl="1" algn="l">
              <a:lnSpc>
                <a:spcPct val="115000"/>
              </a:lnSpc>
              <a:spcBef>
                <a:spcPts val="0"/>
              </a:spcBef>
              <a:spcAft>
                <a:spcPts val="0"/>
              </a:spcAft>
              <a:buClr>
                <a:srgbClr val="424242"/>
              </a:buClr>
              <a:buSzPts val="1400"/>
              <a:buChar char="■"/>
              <a:defRPr>
                <a:solidFill>
                  <a:srgbClr val="424242"/>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29"/>
          <p:cNvSpPr txBox="1"/>
          <p:nvPr>
            <p:ph type="title"/>
          </p:nvPr>
        </p:nvSpPr>
        <p:spPr>
          <a:xfrm>
            <a:off x="311700" y="282450"/>
            <a:ext cx="8520600" cy="572700"/>
          </a:xfrm>
          <a:prstGeom prst="rect">
            <a:avLst/>
          </a:prstGeom>
          <a:noFill/>
          <a:ln>
            <a:noFill/>
          </a:ln>
        </p:spPr>
        <p:txBody>
          <a:bodyPr anchorCtr="0" anchor="t" bIns="91425" lIns="91425" spcFirstLastPara="1" rIns="91425" wrap="square" tIns="91425">
            <a:normAutofit/>
          </a:bodyPr>
          <a:lstStyle>
            <a:lvl1pPr lvl="0" rtl="1" algn="l">
              <a:lnSpc>
                <a:spcPct val="100000"/>
              </a:lnSpc>
              <a:spcBef>
                <a:spcPts val="0"/>
              </a:spcBef>
              <a:spcAft>
                <a:spcPts val="0"/>
              </a:spcAft>
              <a:buSzPts val="2500"/>
              <a:buNone/>
              <a:defRPr/>
            </a:lvl1pPr>
            <a:lvl2pPr lvl="1" rtl="1" algn="l">
              <a:lnSpc>
                <a:spcPct val="100000"/>
              </a:lnSpc>
              <a:spcBef>
                <a:spcPts val="0"/>
              </a:spcBef>
              <a:spcAft>
                <a:spcPts val="0"/>
              </a:spcAft>
              <a:buSzPts val="2800"/>
              <a:buNone/>
              <a:defRPr/>
            </a:lvl2pPr>
            <a:lvl3pPr lvl="2" rtl="1" algn="l">
              <a:lnSpc>
                <a:spcPct val="100000"/>
              </a:lnSpc>
              <a:spcBef>
                <a:spcPts val="0"/>
              </a:spcBef>
              <a:spcAft>
                <a:spcPts val="0"/>
              </a:spcAft>
              <a:buSzPts val="2800"/>
              <a:buNone/>
              <a:defRPr/>
            </a:lvl3pPr>
            <a:lvl4pPr lvl="3" rtl="1" algn="l">
              <a:lnSpc>
                <a:spcPct val="100000"/>
              </a:lnSpc>
              <a:spcBef>
                <a:spcPts val="0"/>
              </a:spcBef>
              <a:spcAft>
                <a:spcPts val="0"/>
              </a:spcAft>
              <a:buSzPts val="2800"/>
              <a:buNone/>
              <a:defRPr/>
            </a:lvl4pPr>
            <a:lvl5pPr lvl="4" rtl="1" algn="l">
              <a:lnSpc>
                <a:spcPct val="100000"/>
              </a:lnSpc>
              <a:spcBef>
                <a:spcPts val="0"/>
              </a:spcBef>
              <a:spcAft>
                <a:spcPts val="0"/>
              </a:spcAft>
              <a:buSzPts val="2800"/>
              <a:buNone/>
              <a:defRPr/>
            </a:lvl5pPr>
            <a:lvl6pPr lvl="5" rtl="1" algn="l">
              <a:lnSpc>
                <a:spcPct val="100000"/>
              </a:lnSpc>
              <a:spcBef>
                <a:spcPts val="0"/>
              </a:spcBef>
              <a:spcAft>
                <a:spcPts val="0"/>
              </a:spcAft>
              <a:buSzPts val="2800"/>
              <a:buNone/>
              <a:defRPr/>
            </a:lvl6pPr>
            <a:lvl7pPr lvl="6" rtl="1" algn="l">
              <a:lnSpc>
                <a:spcPct val="100000"/>
              </a:lnSpc>
              <a:spcBef>
                <a:spcPts val="0"/>
              </a:spcBef>
              <a:spcAft>
                <a:spcPts val="0"/>
              </a:spcAft>
              <a:buSzPts val="2800"/>
              <a:buNone/>
              <a:defRPr/>
            </a:lvl7pPr>
            <a:lvl8pPr lvl="7" rtl="1" algn="l">
              <a:lnSpc>
                <a:spcPct val="100000"/>
              </a:lnSpc>
              <a:spcBef>
                <a:spcPts val="0"/>
              </a:spcBef>
              <a:spcAft>
                <a:spcPts val="0"/>
              </a:spcAft>
              <a:buSzPts val="2800"/>
              <a:buNone/>
              <a:defRPr/>
            </a:lvl8pPr>
            <a:lvl9pPr lvl="8" rtl="1" algn="l">
              <a:lnSpc>
                <a:spcPct val="100000"/>
              </a:lnSpc>
              <a:spcBef>
                <a:spcPts val="0"/>
              </a:spcBef>
              <a:spcAft>
                <a:spcPts val="0"/>
              </a:spcAft>
              <a:buSzPts val="2800"/>
              <a:buNone/>
              <a:defRPr/>
            </a:lvl9pPr>
          </a:lstStyle>
          <a:p/>
        </p:txBody>
      </p:sp>
      <p:sp>
        <p:nvSpPr>
          <p:cNvPr id="32" name="Google Shape;32;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33" name="Google Shape;33;p29"/>
          <p:cNvPicPr preferRelativeResize="0"/>
          <p:nvPr/>
        </p:nvPicPr>
        <p:blipFill rotWithShape="1">
          <a:blip r:embed="rId2">
            <a:alphaModFix/>
          </a:blip>
          <a:srcRect b="0" l="0" r="0" t="0"/>
          <a:stretch/>
        </p:blipFill>
        <p:spPr>
          <a:xfrm>
            <a:off x="7959271" y="4703039"/>
            <a:ext cx="946580" cy="213982"/>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4" name="Shape 34"/>
        <p:cNvGrpSpPr/>
        <p:nvPr/>
      </p:nvGrpSpPr>
      <p:grpSpPr>
        <a:xfrm>
          <a:off x="0" y="0"/>
          <a:ext cx="0" cy="0"/>
          <a:chOff x="0" y="0"/>
          <a:chExt cx="0" cy="0"/>
        </a:xfrm>
      </p:grpSpPr>
      <p:sp>
        <p:nvSpPr>
          <p:cNvPr id="35" name="Google Shape;35;p3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rtl="1" algn="ctr">
              <a:lnSpc>
                <a:spcPct val="100000"/>
              </a:lnSpc>
              <a:spcBef>
                <a:spcPts val="0"/>
              </a:spcBef>
              <a:spcAft>
                <a:spcPts val="0"/>
              </a:spcAft>
              <a:buSzPts val="4200"/>
              <a:buNone/>
              <a:defRPr sz="4200"/>
            </a:lvl1pPr>
            <a:lvl2pPr lvl="1" rtl="1" algn="ctr">
              <a:lnSpc>
                <a:spcPct val="100000"/>
              </a:lnSpc>
              <a:spcBef>
                <a:spcPts val="0"/>
              </a:spcBef>
              <a:spcAft>
                <a:spcPts val="0"/>
              </a:spcAft>
              <a:buSzPts val="4200"/>
              <a:buNone/>
              <a:defRPr sz="4200"/>
            </a:lvl2pPr>
            <a:lvl3pPr lvl="2" rtl="1" algn="ctr">
              <a:lnSpc>
                <a:spcPct val="100000"/>
              </a:lnSpc>
              <a:spcBef>
                <a:spcPts val="0"/>
              </a:spcBef>
              <a:spcAft>
                <a:spcPts val="0"/>
              </a:spcAft>
              <a:buSzPts val="4200"/>
              <a:buNone/>
              <a:defRPr sz="4200"/>
            </a:lvl3pPr>
            <a:lvl4pPr lvl="3" rtl="1" algn="ctr">
              <a:lnSpc>
                <a:spcPct val="100000"/>
              </a:lnSpc>
              <a:spcBef>
                <a:spcPts val="0"/>
              </a:spcBef>
              <a:spcAft>
                <a:spcPts val="0"/>
              </a:spcAft>
              <a:buSzPts val="4200"/>
              <a:buNone/>
              <a:defRPr sz="4200"/>
            </a:lvl4pPr>
            <a:lvl5pPr lvl="4" rtl="1" algn="ctr">
              <a:lnSpc>
                <a:spcPct val="100000"/>
              </a:lnSpc>
              <a:spcBef>
                <a:spcPts val="0"/>
              </a:spcBef>
              <a:spcAft>
                <a:spcPts val="0"/>
              </a:spcAft>
              <a:buSzPts val="4200"/>
              <a:buNone/>
              <a:defRPr sz="4200"/>
            </a:lvl5pPr>
            <a:lvl6pPr lvl="5" rtl="1" algn="ctr">
              <a:lnSpc>
                <a:spcPct val="100000"/>
              </a:lnSpc>
              <a:spcBef>
                <a:spcPts val="0"/>
              </a:spcBef>
              <a:spcAft>
                <a:spcPts val="0"/>
              </a:spcAft>
              <a:buSzPts val="4200"/>
              <a:buNone/>
              <a:defRPr sz="4200"/>
            </a:lvl6pPr>
            <a:lvl7pPr lvl="6" rtl="1" algn="ctr">
              <a:lnSpc>
                <a:spcPct val="100000"/>
              </a:lnSpc>
              <a:spcBef>
                <a:spcPts val="0"/>
              </a:spcBef>
              <a:spcAft>
                <a:spcPts val="0"/>
              </a:spcAft>
              <a:buSzPts val="4200"/>
              <a:buNone/>
              <a:defRPr sz="4200"/>
            </a:lvl7pPr>
            <a:lvl8pPr lvl="7" rtl="1" algn="ctr">
              <a:lnSpc>
                <a:spcPct val="100000"/>
              </a:lnSpc>
              <a:spcBef>
                <a:spcPts val="0"/>
              </a:spcBef>
              <a:spcAft>
                <a:spcPts val="0"/>
              </a:spcAft>
              <a:buSzPts val="4200"/>
              <a:buNone/>
              <a:defRPr sz="4200"/>
            </a:lvl8pPr>
            <a:lvl9pPr lvl="8" rtl="1" algn="ctr">
              <a:lnSpc>
                <a:spcPct val="100000"/>
              </a:lnSpc>
              <a:spcBef>
                <a:spcPts val="0"/>
              </a:spcBef>
              <a:spcAft>
                <a:spcPts val="0"/>
              </a:spcAft>
              <a:buSzPts val="4200"/>
              <a:buNone/>
              <a:defRPr sz="4200"/>
            </a:lvl9pPr>
          </a:lstStyle>
          <a:p/>
        </p:txBody>
      </p:sp>
      <p:sp>
        <p:nvSpPr>
          <p:cNvPr id="36" name="Google Shape;36;p3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rtl="1" algn="ctr">
              <a:lnSpc>
                <a:spcPct val="100000"/>
              </a:lnSpc>
              <a:spcBef>
                <a:spcPts val="0"/>
              </a:spcBef>
              <a:spcAft>
                <a:spcPts val="0"/>
              </a:spcAft>
              <a:buSzPts val="2100"/>
              <a:buNone/>
              <a:defRPr sz="2100"/>
            </a:lvl1pPr>
            <a:lvl2pPr lvl="1" rtl="1" algn="ctr">
              <a:lnSpc>
                <a:spcPct val="100000"/>
              </a:lnSpc>
              <a:spcBef>
                <a:spcPts val="0"/>
              </a:spcBef>
              <a:spcAft>
                <a:spcPts val="0"/>
              </a:spcAft>
              <a:buSzPts val="2100"/>
              <a:buNone/>
              <a:defRPr sz="2100"/>
            </a:lvl2pPr>
            <a:lvl3pPr lvl="2" rtl="1" algn="ctr">
              <a:lnSpc>
                <a:spcPct val="100000"/>
              </a:lnSpc>
              <a:spcBef>
                <a:spcPts val="0"/>
              </a:spcBef>
              <a:spcAft>
                <a:spcPts val="0"/>
              </a:spcAft>
              <a:buSzPts val="2100"/>
              <a:buNone/>
              <a:defRPr sz="2100"/>
            </a:lvl3pPr>
            <a:lvl4pPr lvl="3" rtl="1" algn="ctr">
              <a:lnSpc>
                <a:spcPct val="100000"/>
              </a:lnSpc>
              <a:spcBef>
                <a:spcPts val="0"/>
              </a:spcBef>
              <a:spcAft>
                <a:spcPts val="0"/>
              </a:spcAft>
              <a:buSzPts val="2100"/>
              <a:buNone/>
              <a:defRPr sz="2100"/>
            </a:lvl4pPr>
            <a:lvl5pPr lvl="4" rtl="1" algn="ctr">
              <a:lnSpc>
                <a:spcPct val="100000"/>
              </a:lnSpc>
              <a:spcBef>
                <a:spcPts val="0"/>
              </a:spcBef>
              <a:spcAft>
                <a:spcPts val="0"/>
              </a:spcAft>
              <a:buSzPts val="2100"/>
              <a:buNone/>
              <a:defRPr sz="2100"/>
            </a:lvl5pPr>
            <a:lvl6pPr lvl="5" rtl="1" algn="ctr">
              <a:lnSpc>
                <a:spcPct val="100000"/>
              </a:lnSpc>
              <a:spcBef>
                <a:spcPts val="0"/>
              </a:spcBef>
              <a:spcAft>
                <a:spcPts val="0"/>
              </a:spcAft>
              <a:buSzPts val="2100"/>
              <a:buNone/>
              <a:defRPr sz="2100"/>
            </a:lvl6pPr>
            <a:lvl7pPr lvl="6" rtl="1" algn="ctr">
              <a:lnSpc>
                <a:spcPct val="100000"/>
              </a:lnSpc>
              <a:spcBef>
                <a:spcPts val="0"/>
              </a:spcBef>
              <a:spcAft>
                <a:spcPts val="0"/>
              </a:spcAft>
              <a:buSzPts val="2100"/>
              <a:buNone/>
              <a:defRPr sz="2100"/>
            </a:lvl7pPr>
            <a:lvl8pPr lvl="7" rtl="1" algn="ctr">
              <a:lnSpc>
                <a:spcPct val="100000"/>
              </a:lnSpc>
              <a:spcBef>
                <a:spcPts val="0"/>
              </a:spcBef>
              <a:spcAft>
                <a:spcPts val="0"/>
              </a:spcAft>
              <a:buSzPts val="2100"/>
              <a:buNone/>
              <a:defRPr sz="2100"/>
            </a:lvl8pPr>
            <a:lvl9pPr lvl="8" rtl="1" algn="ctr">
              <a:lnSpc>
                <a:spcPct val="100000"/>
              </a:lnSpc>
              <a:spcBef>
                <a:spcPts val="0"/>
              </a:spcBef>
              <a:spcAft>
                <a:spcPts val="0"/>
              </a:spcAft>
              <a:buSzPts val="2100"/>
              <a:buNone/>
              <a:defRPr sz="2100"/>
            </a:lvl9pPr>
          </a:lstStyle>
          <a:p/>
        </p:txBody>
      </p:sp>
      <p:sp>
        <p:nvSpPr>
          <p:cNvPr id="37" name="Google Shape;37;p3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rtl="1" algn="l">
              <a:lnSpc>
                <a:spcPct val="115000"/>
              </a:lnSpc>
              <a:spcBef>
                <a:spcPts val="0"/>
              </a:spcBef>
              <a:spcAft>
                <a:spcPts val="0"/>
              </a:spcAft>
              <a:buSzPts val="1800"/>
              <a:buChar char="●"/>
              <a:defRPr/>
            </a:lvl1pPr>
            <a:lvl2pPr indent="-317500" lvl="1" marL="914400" rtl="1" algn="l">
              <a:lnSpc>
                <a:spcPct val="115000"/>
              </a:lnSpc>
              <a:spcBef>
                <a:spcPts val="0"/>
              </a:spcBef>
              <a:spcAft>
                <a:spcPts val="0"/>
              </a:spcAft>
              <a:buSzPts val="1400"/>
              <a:buChar char="○"/>
              <a:defRPr/>
            </a:lvl2pPr>
            <a:lvl3pPr indent="-317500" lvl="2" marL="1371600" rtl="1" algn="l">
              <a:lnSpc>
                <a:spcPct val="115000"/>
              </a:lnSpc>
              <a:spcBef>
                <a:spcPts val="0"/>
              </a:spcBef>
              <a:spcAft>
                <a:spcPts val="0"/>
              </a:spcAft>
              <a:buSzPts val="1400"/>
              <a:buChar char="■"/>
              <a:defRPr/>
            </a:lvl3pPr>
            <a:lvl4pPr indent="-317500" lvl="3" marL="1828800" rtl="1" algn="l">
              <a:lnSpc>
                <a:spcPct val="115000"/>
              </a:lnSpc>
              <a:spcBef>
                <a:spcPts val="0"/>
              </a:spcBef>
              <a:spcAft>
                <a:spcPts val="0"/>
              </a:spcAft>
              <a:buSzPts val="1400"/>
              <a:buChar char="●"/>
              <a:defRPr/>
            </a:lvl4pPr>
            <a:lvl5pPr indent="-317500" lvl="4" marL="2286000" rtl="1" algn="l">
              <a:lnSpc>
                <a:spcPct val="115000"/>
              </a:lnSpc>
              <a:spcBef>
                <a:spcPts val="0"/>
              </a:spcBef>
              <a:spcAft>
                <a:spcPts val="0"/>
              </a:spcAft>
              <a:buSzPts val="1400"/>
              <a:buChar char="○"/>
              <a:defRPr/>
            </a:lvl5pPr>
            <a:lvl6pPr indent="-317500" lvl="5" marL="2743200" rtl="1" algn="l">
              <a:lnSpc>
                <a:spcPct val="115000"/>
              </a:lnSpc>
              <a:spcBef>
                <a:spcPts val="0"/>
              </a:spcBef>
              <a:spcAft>
                <a:spcPts val="0"/>
              </a:spcAft>
              <a:buSzPts val="1400"/>
              <a:buChar char="■"/>
              <a:defRPr/>
            </a:lvl6pPr>
            <a:lvl7pPr indent="-317500" lvl="6" marL="3200400" rtl="1" algn="l">
              <a:lnSpc>
                <a:spcPct val="115000"/>
              </a:lnSpc>
              <a:spcBef>
                <a:spcPts val="0"/>
              </a:spcBef>
              <a:spcAft>
                <a:spcPts val="0"/>
              </a:spcAft>
              <a:buSzPts val="1400"/>
              <a:buChar char="●"/>
              <a:defRPr/>
            </a:lvl7pPr>
            <a:lvl8pPr indent="-317500" lvl="7" marL="3657600" rtl="1" algn="l">
              <a:lnSpc>
                <a:spcPct val="115000"/>
              </a:lnSpc>
              <a:spcBef>
                <a:spcPts val="0"/>
              </a:spcBef>
              <a:spcAft>
                <a:spcPts val="0"/>
              </a:spcAft>
              <a:buSzPts val="1400"/>
              <a:buChar char="○"/>
              <a:defRPr/>
            </a:lvl8pPr>
            <a:lvl9pPr indent="-317500" lvl="8" marL="4114800" rtl="1" algn="l">
              <a:lnSpc>
                <a:spcPct val="115000"/>
              </a:lnSpc>
              <a:spcBef>
                <a:spcPts val="0"/>
              </a:spcBef>
              <a:spcAft>
                <a:spcPts val="0"/>
              </a:spcAft>
              <a:buSzPts val="1400"/>
              <a:buChar char="■"/>
              <a:defRPr/>
            </a:lvl9pPr>
          </a:lstStyle>
          <a:p/>
        </p:txBody>
      </p:sp>
      <p:sp>
        <p:nvSpPr>
          <p:cNvPr id="38" name="Google Shape;38;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slideLayout" Target="../slideLayouts/slideLayout2.xml"/><Relationship Id="rId11" Type="http://schemas.openxmlformats.org/officeDocument/2006/relationships/theme" Target="../theme/theme2.xml"/><Relationship Id="rId10" Type="http://schemas.openxmlformats.org/officeDocument/2006/relationships/slideLayout" Target="../slideLayouts/slideLayout8.xml"/><Relationship Id="rId9" Type="http://schemas.openxmlformats.org/officeDocument/2006/relationships/slideLayout" Target="../slideLayouts/slideLayout7.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22"/>
          <p:cNvSpPr txBox="1"/>
          <p:nvPr>
            <p:ph type="title"/>
          </p:nvPr>
        </p:nvSpPr>
        <p:spPr>
          <a:xfrm>
            <a:off x="311700" y="282450"/>
            <a:ext cx="8520600" cy="572700"/>
          </a:xfrm>
          <a:prstGeom prst="rect">
            <a:avLst/>
          </a:prstGeom>
          <a:noFill/>
          <a:ln>
            <a:noFill/>
          </a:ln>
        </p:spPr>
        <p:txBody>
          <a:bodyPr anchorCtr="0" anchor="t" bIns="91425" lIns="91425" spcFirstLastPara="1" rIns="91425" wrap="square" tIns="91425">
            <a:normAutofit/>
          </a:bodyPr>
          <a:lstStyle>
            <a:lvl1pPr lvl="0" marR="0" rtl="1" algn="l">
              <a:lnSpc>
                <a:spcPct val="100000"/>
              </a:lnSpc>
              <a:spcBef>
                <a:spcPts val="0"/>
              </a:spcBef>
              <a:spcAft>
                <a:spcPts val="0"/>
              </a:spcAft>
              <a:buClr>
                <a:srgbClr val="4F29B7"/>
              </a:buClr>
              <a:buSzPts val="2500"/>
              <a:buFont typeface="IBM Plex Sans Arabic Medium"/>
              <a:buNone/>
              <a:defRPr b="0" i="0" sz="2500" u="none" cap="none" strike="noStrike">
                <a:solidFill>
                  <a:srgbClr val="4F29B7"/>
                </a:solidFill>
                <a:latin typeface="IBM Plex Sans Arabic Medium"/>
                <a:ea typeface="IBM Plex Sans Arabic Medium"/>
                <a:cs typeface="IBM Plex Sans Arabic Medium"/>
                <a:sym typeface="IBM Plex Sans Arabic Medium"/>
              </a:defRPr>
            </a:lvl1pPr>
            <a:lvl2pPr lvl="1" marR="0" rtl="1" algn="l">
              <a:lnSpc>
                <a:spcPct val="100000"/>
              </a:lnSpc>
              <a:spcBef>
                <a:spcPts val="0"/>
              </a:spcBef>
              <a:spcAft>
                <a:spcPts val="0"/>
              </a:spcAft>
              <a:buClr>
                <a:schemeClr val="dk1"/>
              </a:buClr>
              <a:buSzPts val="2800"/>
              <a:buFont typeface="IBM Plex Sans Medium"/>
              <a:buNone/>
              <a:defRPr b="0" i="0" sz="2800" u="none" cap="none" strike="noStrike">
                <a:solidFill>
                  <a:schemeClr val="dk1"/>
                </a:solidFill>
                <a:latin typeface="IBM Plex Sans Medium"/>
                <a:ea typeface="IBM Plex Sans Medium"/>
                <a:cs typeface="IBM Plex Sans Medium"/>
                <a:sym typeface="IBM Plex Sans Medium"/>
              </a:defRPr>
            </a:lvl2pPr>
            <a:lvl3pPr lvl="2" marR="0" rtl="1" algn="l">
              <a:lnSpc>
                <a:spcPct val="100000"/>
              </a:lnSpc>
              <a:spcBef>
                <a:spcPts val="0"/>
              </a:spcBef>
              <a:spcAft>
                <a:spcPts val="0"/>
              </a:spcAft>
              <a:buClr>
                <a:schemeClr val="dk1"/>
              </a:buClr>
              <a:buSzPts val="2800"/>
              <a:buFont typeface="IBM Plex Sans Medium"/>
              <a:buNone/>
              <a:defRPr b="0" i="0" sz="2800" u="none" cap="none" strike="noStrike">
                <a:solidFill>
                  <a:schemeClr val="dk1"/>
                </a:solidFill>
                <a:latin typeface="IBM Plex Sans Medium"/>
                <a:ea typeface="IBM Plex Sans Medium"/>
                <a:cs typeface="IBM Plex Sans Medium"/>
                <a:sym typeface="IBM Plex Sans Medium"/>
              </a:defRPr>
            </a:lvl3pPr>
            <a:lvl4pPr lvl="3" marR="0" rtl="1" algn="l">
              <a:lnSpc>
                <a:spcPct val="100000"/>
              </a:lnSpc>
              <a:spcBef>
                <a:spcPts val="0"/>
              </a:spcBef>
              <a:spcAft>
                <a:spcPts val="0"/>
              </a:spcAft>
              <a:buClr>
                <a:schemeClr val="dk1"/>
              </a:buClr>
              <a:buSzPts val="2800"/>
              <a:buFont typeface="IBM Plex Sans Medium"/>
              <a:buNone/>
              <a:defRPr b="0" i="0" sz="2800" u="none" cap="none" strike="noStrike">
                <a:solidFill>
                  <a:schemeClr val="dk1"/>
                </a:solidFill>
                <a:latin typeface="IBM Plex Sans Medium"/>
                <a:ea typeface="IBM Plex Sans Medium"/>
                <a:cs typeface="IBM Plex Sans Medium"/>
                <a:sym typeface="IBM Plex Sans Medium"/>
              </a:defRPr>
            </a:lvl4pPr>
            <a:lvl5pPr lvl="4" marR="0" rtl="1" algn="l">
              <a:lnSpc>
                <a:spcPct val="100000"/>
              </a:lnSpc>
              <a:spcBef>
                <a:spcPts val="0"/>
              </a:spcBef>
              <a:spcAft>
                <a:spcPts val="0"/>
              </a:spcAft>
              <a:buClr>
                <a:schemeClr val="dk1"/>
              </a:buClr>
              <a:buSzPts val="2800"/>
              <a:buFont typeface="IBM Plex Sans Medium"/>
              <a:buNone/>
              <a:defRPr b="0" i="0" sz="2800" u="none" cap="none" strike="noStrike">
                <a:solidFill>
                  <a:schemeClr val="dk1"/>
                </a:solidFill>
                <a:latin typeface="IBM Plex Sans Medium"/>
                <a:ea typeface="IBM Plex Sans Medium"/>
                <a:cs typeface="IBM Plex Sans Medium"/>
                <a:sym typeface="IBM Plex Sans Medium"/>
              </a:defRPr>
            </a:lvl5pPr>
            <a:lvl6pPr lvl="5" marR="0" rtl="1" algn="l">
              <a:lnSpc>
                <a:spcPct val="100000"/>
              </a:lnSpc>
              <a:spcBef>
                <a:spcPts val="0"/>
              </a:spcBef>
              <a:spcAft>
                <a:spcPts val="0"/>
              </a:spcAft>
              <a:buClr>
                <a:schemeClr val="dk1"/>
              </a:buClr>
              <a:buSzPts val="2800"/>
              <a:buFont typeface="IBM Plex Sans Medium"/>
              <a:buNone/>
              <a:defRPr b="0" i="0" sz="2800" u="none" cap="none" strike="noStrike">
                <a:solidFill>
                  <a:schemeClr val="dk1"/>
                </a:solidFill>
                <a:latin typeface="IBM Plex Sans Medium"/>
                <a:ea typeface="IBM Plex Sans Medium"/>
                <a:cs typeface="IBM Plex Sans Medium"/>
                <a:sym typeface="IBM Plex Sans Medium"/>
              </a:defRPr>
            </a:lvl6pPr>
            <a:lvl7pPr lvl="6" marR="0" rtl="1" algn="l">
              <a:lnSpc>
                <a:spcPct val="100000"/>
              </a:lnSpc>
              <a:spcBef>
                <a:spcPts val="0"/>
              </a:spcBef>
              <a:spcAft>
                <a:spcPts val="0"/>
              </a:spcAft>
              <a:buClr>
                <a:schemeClr val="dk1"/>
              </a:buClr>
              <a:buSzPts val="2800"/>
              <a:buFont typeface="IBM Plex Sans Medium"/>
              <a:buNone/>
              <a:defRPr b="0" i="0" sz="2800" u="none" cap="none" strike="noStrike">
                <a:solidFill>
                  <a:schemeClr val="dk1"/>
                </a:solidFill>
                <a:latin typeface="IBM Plex Sans Medium"/>
                <a:ea typeface="IBM Plex Sans Medium"/>
                <a:cs typeface="IBM Plex Sans Medium"/>
                <a:sym typeface="IBM Plex Sans Medium"/>
              </a:defRPr>
            </a:lvl7pPr>
            <a:lvl8pPr lvl="7" marR="0" rtl="1" algn="l">
              <a:lnSpc>
                <a:spcPct val="100000"/>
              </a:lnSpc>
              <a:spcBef>
                <a:spcPts val="0"/>
              </a:spcBef>
              <a:spcAft>
                <a:spcPts val="0"/>
              </a:spcAft>
              <a:buClr>
                <a:schemeClr val="dk1"/>
              </a:buClr>
              <a:buSzPts val="2800"/>
              <a:buFont typeface="IBM Plex Sans Medium"/>
              <a:buNone/>
              <a:defRPr b="0" i="0" sz="2800" u="none" cap="none" strike="noStrike">
                <a:solidFill>
                  <a:schemeClr val="dk1"/>
                </a:solidFill>
                <a:latin typeface="IBM Plex Sans Medium"/>
                <a:ea typeface="IBM Plex Sans Medium"/>
                <a:cs typeface="IBM Plex Sans Medium"/>
                <a:sym typeface="IBM Plex Sans Medium"/>
              </a:defRPr>
            </a:lvl8pPr>
            <a:lvl9pPr lvl="8" marR="0" rtl="1" algn="l">
              <a:lnSpc>
                <a:spcPct val="100000"/>
              </a:lnSpc>
              <a:spcBef>
                <a:spcPts val="0"/>
              </a:spcBef>
              <a:spcAft>
                <a:spcPts val="0"/>
              </a:spcAft>
              <a:buClr>
                <a:schemeClr val="dk1"/>
              </a:buClr>
              <a:buSzPts val="2800"/>
              <a:buFont typeface="IBM Plex Sans Medium"/>
              <a:buNone/>
              <a:defRPr b="0" i="0" sz="2800" u="none" cap="none" strike="noStrike">
                <a:solidFill>
                  <a:schemeClr val="dk1"/>
                </a:solidFill>
                <a:latin typeface="IBM Plex Sans Medium"/>
                <a:ea typeface="IBM Plex Sans Medium"/>
                <a:cs typeface="IBM Plex Sans Medium"/>
                <a:sym typeface="IBM Plex Sans Medium"/>
              </a:defRPr>
            </a:lvl9pPr>
          </a:lstStyle>
          <a:p/>
        </p:txBody>
      </p:sp>
      <p:sp>
        <p:nvSpPr>
          <p:cNvPr id="7" name="Google Shape;7;p2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1" algn="l">
              <a:lnSpc>
                <a:spcPct val="115000"/>
              </a:lnSpc>
              <a:spcBef>
                <a:spcPts val="0"/>
              </a:spcBef>
              <a:spcAft>
                <a:spcPts val="0"/>
              </a:spcAft>
              <a:buClr>
                <a:srgbClr val="252526"/>
              </a:buClr>
              <a:buSzPts val="1800"/>
              <a:buFont typeface="IBM Plex Sans Arabic"/>
              <a:buChar char="●"/>
              <a:defRPr b="0" i="0" sz="1800" u="none" cap="none" strike="noStrike">
                <a:solidFill>
                  <a:srgbClr val="252526"/>
                </a:solidFill>
                <a:latin typeface="IBM Plex Sans Arabic"/>
                <a:ea typeface="IBM Plex Sans Arabic"/>
                <a:cs typeface="IBM Plex Sans Arabic"/>
                <a:sym typeface="IBM Plex Sans Arabic"/>
              </a:defRPr>
            </a:lvl1pPr>
            <a:lvl2pPr indent="-317500" lvl="1" marL="914400" marR="0" rtl="1" algn="l">
              <a:lnSpc>
                <a:spcPct val="115000"/>
              </a:lnSpc>
              <a:spcBef>
                <a:spcPts val="0"/>
              </a:spcBef>
              <a:spcAft>
                <a:spcPts val="0"/>
              </a:spcAft>
              <a:buClr>
                <a:srgbClr val="252526"/>
              </a:buClr>
              <a:buSzPts val="1400"/>
              <a:buFont typeface="IBM Plex Sans Arabic"/>
              <a:buChar char="○"/>
              <a:defRPr b="0" i="0" sz="1400" u="none" cap="none" strike="noStrike">
                <a:solidFill>
                  <a:srgbClr val="252526"/>
                </a:solidFill>
                <a:latin typeface="IBM Plex Sans Arabic"/>
                <a:ea typeface="IBM Plex Sans Arabic"/>
                <a:cs typeface="IBM Plex Sans Arabic"/>
                <a:sym typeface="IBM Plex Sans Arabic"/>
              </a:defRPr>
            </a:lvl2pPr>
            <a:lvl3pPr indent="-317500" lvl="2" marL="1371600" marR="0" rtl="1" algn="l">
              <a:lnSpc>
                <a:spcPct val="115000"/>
              </a:lnSpc>
              <a:spcBef>
                <a:spcPts val="0"/>
              </a:spcBef>
              <a:spcAft>
                <a:spcPts val="0"/>
              </a:spcAft>
              <a:buClr>
                <a:srgbClr val="252526"/>
              </a:buClr>
              <a:buSzPts val="1400"/>
              <a:buFont typeface="IBM Plex Sans Arabic"/>
              <a:buChar char="■"/>
              <a:defRPr b="0" i="0" sz="1400" u="none" cap="none" strike="noStrike">
                <a:solidFill>
                  <a:srgbClr val="252526"/>
                </a:solidFill>
                <a:latin typeface="IBM Plex Sans Arabic"/>
                <a:ea typeface="IBM Plex Sans Arabic"/>
                <a:cs typeface="IBM Plex Sans Arabic"/>
                <a:sym typeface="IBM Plex Sans Arabic"/>
              </a:defRPr>
            </a:lvl3pPr>
            <a:lvl4pPr indent="-317500" lvl="3" marL="1828800" marR="0" rtl="1" algn="l">
              <a:lnSpc>
                <a:spcPct val="115000"/>
              </a:lnSpc>
              <a:spcBef>
                <a:spcPts val="0"/>
              </a:spcBef>
              <a:spcAft>
                <a:spcPts val="0"/>
              </a:spcAft>
              <a:buClr>
                <a:srgbClr val="252526"/>
              </a:buClr>
              <a:buSzPts val="1400"/>
              <a:buFont typeface="IBM Plex Sans Arabic"/>
              <a:buChar char="●"/>
              <a:defRPr b="0" i="0" sz="1400" u="none" cap="none" strike="noStrike">
                <a:solidFill>
                  <a:srgbClr val="252526"/>
                </a:solidFill>
                <a:latin typeface="IBM Plex Sans Arabic"/>
                <a:ea typeface="IBM Plex Sans Arabic"/>
                <a:cs typeface="IBM Plex Sans Arabic"/>
                <a:sym typeface="IBM Plex Sans Arabic"/>
              </a:defRPr>
            </a:lvl4pPr>
            <a:lvl5pPr indent="-317500" lvl="4" marL="2286000" marR="0" rtl="1" algn="l">
              <a:lnSpc>
                <a:spcPct val="115000"/>
              </a:lnSpc>
              <a:spcBef>
                <a:spcPts val="0"/>
              </a:spcBef>
              <a:spcAft>
                <a:spcPts val="0"/>
              </a:spcAft>
              <a:buClr>
                <a:srgbClr val="252526"/>
              </a:buClr>
              <a:buSzPts val="1400"/>
              <a:buFont typeface="IBM Plex Sans Arabic"/>
              <a:buChar char="○"/>
              <a:defRPr b="0" i="0" sz="1400" u="none" cap="none" strike="noStrike">
                <a:solidFill>
                  <a:srgbClr val="252526"/>
                </a:solidFill>
                <a:latin typeface="IBM Plex Sans Arabic"/>
                <a:ea typeface="IBM Plex Sans Arabic"/>
                <a:cs typeface="IBM Plex Sans Arabic"/>
                <a:sym typeface="IBM Plex Sans Arabic"/>
              </a:defRPr>
            </a:lvl5pPr>
            <a:lvl6pPr indent="-317500" lvl="5" marL="2743200" marR="0" rtl="1" algn="l">
              <a:lnSpc>
                <a:spcPct val="115000"/>
              </a:lnSpc>
              <a:spcBef>
                <a:spcPts val="0"/>
              </a:spcBef>
              <a:spcAft>
                <a:spcPts val="0"/>
              </a:spcAft>
              <a:buClr>
                <a:srgbClr val="252526"/>
              </a:buClr>
              <a:buSzPts val="1400"/>
              <a:buFont typeface="IBM Plex Sans Arabic"/>
              <a:buChar char="■"/>
              <a:defRPr b="0" i="0" sz="1400" u="none" cap="none" strike="noStrike">
                <a:solidFill>
                  <a:srgbClr val="252526"/>
                </a:solidFill>
                <a:latin typeface="IBM Plex Sans Arabic"/>
                <a:ea typeface="IBM Plex Sans Arabic"/>
                <a:cs typeface="IBM Plex Sans Arabic"/>
                <a:sym typeface="IBM Plex Sans Arabic"/>
              </a:defRPr>
            </a:lvl6pPr>
            <a:lvl7pPr indent="-317500" lvl="6" marL="3200400" marR="0" rtl="1" algn="l">
              <a:lnSpc>
                <a:spcPct val="115000"/>
              </a:lnSpc>
              <a:spcBef>
                <a:spcPts val="0"/>
              </a:spcBef>
              <a:spcAft>
                <a:spcPts val="0"/>
              </a:spcAft>
              <a:buClr>
                <a:srgbClr val="252526"/>
              </a:buClr>
              <a:buSzPts val="1400"/>
              <a:buFont typeface="IBM Plex Sans Arabic"/>
              <a:buChar char="●"/>
              <a:defRPr b="0" i="0" sz="1400" u="none" cap="none" strike="noStrike">
                <a:solidFill>
                  <a:srgbClr val="252526"/>
                </a:solidFill>
                <a:latin typeface="IBM Plex Sans Arabic"/>
                <a:ea typeface="IBM Plex Sans Arabic"/>
                <a:cs typeface="IBM Plex Sans Arabic"/>
                <a:sym typeface="IBM Plex Sans Arabic"/>
              </a:defRPr>
            </a:lvl7pPr>
            <a:lvl8pPr indent="-317500" lvl="7" marL="3657600" marR="0" rtl="1" algn="l">
              <a:lnSpc>
                <a:spcPct val="115000"/>
              </a:lnSpc>
              <a:spcBef>
                <a:spcPts val="0"/>
              </a:spcBef>
              <a:spcAft>
                <a:spcPts val="0"/>
              </a:spcAft>
              <a:buClr>
                <a:srgbClr val="252526"/>
              </a:buClr>
              <a:buSzPts val="1400"/>
              <a:buFont typeface="IBM Plex Sans Arabic"/>
              <a:buChar char="○"/>
              <a:defRPr b="0" i="0" sz="1400" u="none" cap="none" strike="noStrike">
                <a:solidFill>
                  <a:srgbClr val="252526"/>
                </a:solidFill>
                <a:latin typeface="IBM Plex Sans Arabic"/>
                <a:ea typeface="IBM Plex Sans Arabic"/>
                <a:cs typeface="IBM Plex Sans Arabic"/>
                <a:sym typeface="IBM Plex Sans Arabic"/>
              </a:defRPr>
            </a:lvl8pPr>
            <a:lvl9pPr indent="-317500" lvl="8" marL="4114800" marR="0" rtl="1" algn="l">
              <a:lnSpc>
                <a:spcPct val="115000"/>
              </a:lnSpc>
              <a:spcBef>
                <a:spcPts val="0"/>
              </a:spcBef>
              <a:spcAft>
                <a:spcPts val="0"/>
              </a:spcAft>
              <a:buClr>
                <a:srgbClr val="252526"/>
              </a:buClr>
              <a:buSzPts val="1400"/>
              <a:buFont typeface="IBM Plex Sans Arabic"/>
              <a:buChar char="■"/>
              <a:defRPr b="0" i="0" sz="1400" u="none" cap="none" strike="noStrike">
                <a:solidFill>
                  <a:srgbClr val="252526"/>
                </a:solidFill>
                <a:latin typeface="IBM Plex Sans Arabic"/>
                <a:ea typeface="IBM Plex Sans Arabic"/>
                <a:cs typeface="IBM Plex Sans Arabic"/>
                <a:sym typeface="IBM Plex Sans Arabic"/>
              </a:defRPr>
            </a:lvl9pPr>
          </a:lstStyle>
          <a:p/>
        </p:txBody>
      </p:sp>
      <p:sp>
        <p:nvSpPr>
          <p:cNvPr id="8" name="Google Shape;8;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9" name="Google Shape;9;p22"/>
          <p:cNvPicPr preferRelativeResize="0"/>
          <p:nvPr/>
        </p:nvPicPr>
        <p:blipFill rotWithShape="1">
          <a:blip r:embed="rId2">
            <a:alphaModFix/>
          </a:blip>
          <a:srcRect b="0" l="0" r="0" t="0"/>
          <a:stretch/>
        </p:blipFill>
        <p:spPr>
          <a:xfrm>
            <a:off x="8030954" y="17475"/>
            <a:ext cx="1266092" cy="100790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1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1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14.png"/><Relationship Id="rId5"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3.jpg"/><Relationship Id="rId4" Type="http://schemas.openxmlformats.org/officeDocument/2006/relationships/hyperlink" Target="https://colab.research.google.com/drive/1T_IhHxkapwa6vTlOompAo5oHzCYFXDmM#scrollTo=pyVNtGUhtFs5" TargetMode="External"/><Relationship Id="rId5" Type="http://schemas.openxmlformats.org/officeDocument/2006/relationships/hyperlink" Target="https://colab.research.google.com/drive/1T_IhHxkapwa6vTlOompAo5oHzCYFXDmM#scrollTo=pyVNtGUhtFs5"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
        <p:nvSpPr>
          <p:cNvPr id="43" name="Google Shape;43;p1"/>
          <p:cNvSpPr txBox="1"/>
          <p:nvPr>
            <p:ph type="title"/>
          </p:nvPr>
        </p:nvSpPr>
        <p:spPr>
          <a:xfrm>
            <a:off x="5435226" y="867625"/>
            <a:ext cx="2974200" cy="2262000"/>
          </a:xfrm>
          <a:prstGeom prst="rect">
            <a:avLst/>
          </a:prstGeom>
          <a:noFill/>
          <a:ln>
            <a:noFill/>
          </a:ln>
        </p:spPr>
        <p:txBody>
          <a:bodyPr anchorCtr="0" anchor="b" bIns="91425" lIns="91425" spcFirstLastPara="1" rIns="91425" wrap="square" tIns="91425">
            <a:normAutofit/>
          </a:bodyPr>
          <a:lstStyle/>
          <a:p>
            <a:pPr indent="0" lvl="0" marL="0" rtl="0" algn="r">
              <a:lnSpc>
                <a:spcPct val="100000"/>
              </a:lnSpc>
              <a:spcBef>
                <a:spcPts val="0"/>
              </a:spcBef>
              <a:spcAft>
                <a:spcPts val="0"/>
              </a:spcAft>
              <a:buSzPts val="12000"/>
              <a:buNone/>
            </a:pPr>
            <a:r>
              <a:rPr lang="en-US" sz="480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a:solidFill>
                <a:srgbClr val="58E3D8"/>
              </a:solidFill>
              <a:latin typeface="IBM Plex Sans Arabic SemiBold"/>
              <a:ea typeface="IBM Plex Sans Arabic SemiBold"/>
              <a:cs typeface="IBM Plex Sans Arabic SemiBold"/>
              <a:sym typeface="IBM Plex Sans Arabic SemiBold"/>
            </a:endParaRPr>
          </a:p>
        </p:txBody>
      </p:sp>
      <p:sp>
        <p:nvSpPr>
          <p:cNvPr id="44" name="Google Shape;44;p1"/>
          <p:cNvSpPr txBox="1"/>
          <p:nvPr>
            <p:ph idx="4294967295" type="body"/>
          </p:nvPr>
        </p:nvSpPr>
        <p:spPr>
          <a:xfrm>
            <a:off x="3902100" y="3253272"/>
            <a:ext cx="4447500" cy="1973484"/>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200"/>
              </a:spcAft>
              <a:buSzPts val="1800"/>
              <a:buNone/>
            </a:pPr>
            <a:r>
              <a:rPr lang="en-US" sz="3600">
                <a:solidFill>
                  <a:schemeClr val="lt1"/>
                </a:solidFill>
                <a:latin typeface="IBM Plex Sans Arabic Medium"/>
                <a:ea typeface="IBM Plex Sans Arabic Medium"/>
                <a:cs typeface="IBM Plex Sans Arabic Medium"/>
                <a:sym typeface="IBM Plex Sans Arabic Medium"/>
              </a:rPr>
              <a:t>Scalable Data Science</a:t>
            </a:r>
            <a:endParaRPr sz="3600">
              <a:solidFill>
                <a:schemeClr val="lt1"/>
              </a:solidFill>
              <a:latin typeface="IBM Plex Sans Arabic Medium"/>
              <a:ea typeface="IBM Plex Sans Arabic Medium"/>
              <a:cs typeface="IBM Plex Sans Arabic Medium"/>
              <a:sym typeface="IBM Plex Sans Arabic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fontScale="90000"/>
          </a:bodyPr>
          <a:lstStyle/>
          <a:p>
            <a:pPr indent="0" lvl="0" marL="0" rtl="1" algn="ctr">
              <a:lnSpc>
                <a:spcPct val="100000"/>
              </a:lnSpc>
              <a:spcBef>
                <a:spcPts val="0"/>
              </a:spcBef>
              <a:spcAft>
                <a:spcPts val="0"/>
              </a:spcAft>
              <a:buSzPct val="119444"/>
              <a:buFont typeface="Tajawal"/>
              <a:buNone/>
            </a:pPr>
            <a:r>
              <a:rPr lang="en-US" sz="4000">
                <a:latin typeface="Calibri"/>
                <a:ea typeface="Calibri"/>
                <a:cs typeface="Calibri"/>
                <a:sym typeface="Calibri"/>
              </a:rPr>
              <a:t>cuDF: Understsanding performance and visualization</a:t>
            </a:r>
            <a:br>
              <a:rPr lang="en-US" sz="4000">
                <a:latin typeface="Calibri"/>
                <a:ea typeface="Calibri"/>
                <a:cs typeface="Calibri"/>
                <a:sym typeface="Calibri"/>
              </a:rPr>
            </a:br>
            <a:br>
              <a:rPr lang="en-US" sz="1800">
                <a:latin typeface="Calibri"/>
                <a:ea typeface="Calibri"/>
                <a:cs typeface="Calibri"/>
                <a:sym typeface="Calibri"/>
              </a:rPr>
            </a:br>
            <a:endParaRPr/>
          </a:p>
        </p:txBody>
      </p:sp>
      <p:sp>
        <p:nvSpPr>
          <p:cNvPr id="50" name="Google Shape;50;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1" algn="ctr">
              <a:lnSpc>
                <a:spcPct val="100000"/>
              </a:lnSpc>
              <a:spcBef>
                <a:spcPts val="0"/>
              </a:spcBef>
              <a:spcAft>
                <a:spcPts val="0"/>
              </a:spcAft>
              <a:buSzPts val="2500"/>
              <a:buFont typeface="Tajawal"/>
              <a:buNone/>
            </a:pPr>
            <a:r>
              <a:rPr lang="en-US" sz="2800">
                <a:latin typeface="Calibri"/>
                <a:ea typeface="Calibri"/>
                <a:cs typeface="Calibri"/>
                <a:sym typeface="Calibri"/>
              </a:rPr>
              <a:t>Analyzing Performance by profiling utilities</a:t>
            </a:r>
            <a:endParaRPr/>
          </a:p>
        </p:txBody>
      </p:sp>
      <p:sp>
        <p:nvSpPr>
          <p:cNvPr id="51" name="Google Shape;51;p2"/>
          <p:cNvSpPr txBox="1"/>
          <p:nvPr/>
        </p:nvSpPr>
        <p:spPr>
          <a:xfrm>
            <a:off x="3527778" y="4245036"/>
            <a:ext cx="45720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libri"/>
                <a:ea typeface="Calibri"/>
                <a:cs typeface="Calibri"/>
                <a:sym typeface="Calibri"/>
              </a:rPr>
              <a:t>By: Dr. Afshan Hashmi</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3"/>
          <p:cNvSpPr txBox="1"/>
          <p:nvPr/>
        </p:nvSpPr>
        <p:spPr>
          <a:xfrm>
            <a:off x="655513" y="612177"/>
            <a:ext cx="6634716" cy="2769949"/>
          </a:xfrm>
          <a:prstGeom prst="rect">
            <a:avLst/>
          </a:prstGeom>
          <a:noFill/>
          <a:ln>
            <a:noFill/>
          </a:ln>
        </p:spPr>
        <p:txBody>
          <a:bodyPr anchorCtr="0" anchor="t" bIns="45700" lIns="91425" spcFirstLastPara="1" rIns="91425" wrap="square" tIns="45700">
            <a:spAutoFit/>
          </a:bodyPr>
          <a:lstStyle/>
          <a:p>
            <a:pPr indent="0" lvl="0" marL="0" marR="0" rtl="0" algn="just">
              <a:lnSpc>
                <a:spcPct val="125000"/>
              </a:lnSpc>
              <a:spcBef>
                <a:spcPts val="0"/>
              </a:spcBef>
              <a:spcAft>
                <a:spcPts val="0"/>
              </a:spcAft>
              <a:buClr>
                <a:srgbClr val="000000"/>
              </a:buClr>
              <a:buSzPts val="2400"/>
              <a:buFont typeface="Arial"/>
              <a:buNone/>
            </a:pPr>
            <a:r>
              <a:rPr b="1" i="0" lang="en-US" sz="2400" u="none" cap="none" strike="noStrike">
                <a:solidFill>
                  <a:srgbClr val="7030A0"/>
                </a:solidFill>
                <a:latin typeface="Arial"/>
                <a:ea typeface="Arial"/>
                <a:cs typeface="Arial"/>
                <a:sym typeface="Arial"/>
              </a:rPr>
              <a:t>Course Objectives:</a:t>
            </a:r>
            <a:endParaRPr b="0" i="0" sz="1400" u="none" cap="none" strike="noStrike">
              <a:solidFill>
                <a:srgbClr val="000000"/>
              </a:solidFill>
              <a:latin typeface="Arial"/>
              <a:ea typeface="Arial"/>
              <a:cs typeface="Arial"/>
              <a:sym typeface="Arial"/>
            </a:endParaRPr>
          </a:p>
          <a:p>
            <a:pPr indent="-342900" lvl="0" marL="342900" marR="0" rtl="0" algn="just">
              <a:lnSpc>
                <a:spcPct val="125000"/>
              </a:lnSpc>
              <a:spcBef>
                <a:spcPts val="100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To introduce the fundamentals of cudf.pandas and its role in accelerating data processing using GPUs.</a:t>
            </a:r>
            <a:endParaRPr/>
          </a:p>
          <a:p>
            <a:pPr indent="-342900" lvl="0" marL="342900" marR="0" rtl="0" algn="just">
              <a:lnSpc>
                <a:spcPct val="125000"/>
              </a:lnSpc>
              <a:spcBef>
                <a:spcPts val="100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To equip learners with profiling techniques for optimizing performance and identifying GPU vs. CPU execution in data workflows.</a:t>
            </a:r>
            <a:endParaRPr/>
          </a:p>
          <a:p>
            <a:pPr indent="-342900" lvl="0" marL="342900" marR="0" rtl="0" algn="just">
              <a:lnSpc>
                <a:spcPct val="125000"/>
              </a:lnSpc>
              <a:spcBef>
                <a:spcPts val="100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To explore data visualization techniques using third-party libraries like Plotly with cudf.pandas.</a:t>
            </a:r>
            <a:endParaRPr b="0" i="0" sz="14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4"/>
          <p:cNvSpPr txBox="1"/>
          <p:nvPr>
            <p:ph type="title"/>
          </p:nvPr>
        </p:nvSpPr>
        <p:spPr>
          <a:xfrm>
            <a:off x="407175" y="86064"/>
            <a:ext cx="8329650" cy="627900"/>
          </a:xfrm>
          <a:prstGeom prst="rect">
            <a:avLst/>
          </a:prstGeom>
          <a:noFill/>
          <a:ln>
            <a:noFill/>
          </a:ln>
        </p:spPr>
        <p:txBody>
          <a:bodyPr anchorCtr="0" anchor="t" bIns="91425" lIns="91425" spcFirstLastPara="1" rIns="91425" wrap="square" tIns="91425">
            <a:normAutofit/>
          </a:bodyPr>
          <a:lstStyle/>
          <a:p>
            <a:pPr indent="0" lvl="0" marL="0" rtl="1" algn="l">
              <a:lnSpc>
                <a:spcPct val="100000"/>
              </a:lnSpc>
              <a:spcBef>
                <a:spcPts val="0"/>
              </a:spcBef>
              <a:spcAft>
                <a:spcPts val="0"/>
              </a:spcAft>
              <a:buSzPts val="2500"/>
              <a:buNone/>
            </a:pPr>
            <a:r>
              <a:rPr b="1" i="0" lang="en-US" u="none" strike="noStrike">
                <a:solidFill>
                  <a:srgbClr val="7030A0"/>
                </a:solidFill>
              </a:rPr>
              <a:t>Understanding the Basics</a:t>
            </a:r>
            <a:endParaRPr b="0" i="0" u="none" strike="noStrike">
              <a:solidFill>
                <a:srgbClr val="7030A0"/>
              </a:solidFill>
            </a:endParaRPr>
          </a:p>
        </p:txBody>
      </p:sp>
      <p:sp>
        <p:nvSpPr>
          <p:cNvPr id="62" name="Google Shape;62;p4"/>
          <p:cNvSpPr txBox="1"/>
          <p:nvPr/>
        </p:nvSpPr>
        <p:spPr>
          <a:xfrm>
            <a:off x="407175" y="1019532"/>
            <a:ext cx="8046186" cy="31085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When dealing with large datasets, processing speed is crucial. That's where GPUs (Graphics Processing Units) come in, as they're designed for parallel processing, which significantly accelerates data manipulation. However, not all operations can be performed on a GPU. This is where cudf.pandas and its profiling utilities become very useful. Here's a breakdown:</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400"/>
              <a:buFont typeface="Arial"/>
              <a:buAutoNum type="arabicPeriod"/>
            </a:pPr>
            <a:r>
              <a:rPr b="1" i="0" lang="en-US" sz="1400" u="none" cap="none" strike="noStrike">
                <a:solidFill>
                  <a:srgbClr val="000000"/>
                </a:solidFill>
                <a:latin typeface="Arial"/>
                <a:ea typeface="Arial"/>
                <a:cs typeface="Arial"/>
                <a:sym typeface="Arial"/>
              </a:rPr>
              <a:t>pandas: </a:t>
            </a:r>
            <a:r>
              <a:rPr b="0" i="0" lang="en-US" sz="1400" u="none" cap="none" strike="noStrike">
                <a:solidFill>
                  <a:srgbClr val="000000"/>
                </a:solidFill>
                <a:latin typeface="Arial"/>
                <a:ea typeface="Arial"/>
                <a:cs typeface="Arial"/>
                <a:sym typeface="Arial"/>
              </a:rPr>
              <a:t>pandas is a popular Python library for data manipulation and analysis, primarily designed for CPU processing.</a:t>
            </a:r>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400"/>
              <a:buFont typeface="Arial"/>
              <a:buAutoNum type="arabicPeriod"/>
            </a:pPr>
            <a:r>
              <a:rPr b="1" i="0" lang="en-US" sz="1400" u="none" cap="none" strike="noStrike">
                <a:solidFill>
                  <a:srgbClr val="000000"/>
                </a:solidFill>
                <a:latin typeface="Arial"/>
                <a:ea typeface="Arial"/>
                <a:cs typeface="Arial"/>
                <a:sym typeface="Arial"/>
              </a:rPr>
              <a:t>cuDF: </a:t>
            </a:r>
            <a:r>
              <a:rPr b="0" i="0" lang="en-US" sz="1400" u="none" cap="none" strike="noStrike">
                <a:solidFill>
                  <a:srgbClr val="000000"/>
                </a:solidFill>
                <a:latin typeface="Arial"/>
                <a:ea typeface="Arial"/>
                <a:cs typeface="Arial"/>
                <a:sym typeface="Arial"/>
              </a:rPr>
              <a:t>cuDF is a GPU-accelerated DataFrame library, designed to perform similar operations as pandas but on a GPU, leading to much faster processing for large datasets.</a:t>
            </a:r>
            <a:endParaRPr/>
          </a:p>
          <a:p>
            <a:pPr indent="-254000" lvl="0" marL="3429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2"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3.   cudf.pandas: </a:t>
            </a:r>
            <a:r>
              <a:rPr b="0" i="0" lang="en-US" sz="1400" u="none" cap="none" strike="noStrike">
                <a:solidFill>
                  <a:srgbClr val="000000"/>
                </a:solidFill>
                <a:latin typeface="Arial"/>
                <a:ea typeface="Arial"/>
                <a:cs typeface="Arial"/>
                <a:sym typeface="Arial"/>
              </a:rPr>
              <a:t>cudf.pandas acts as an accelerator for pandas. It attempts to execute pandas-like operations on the GPU whenever possible, and if an operation isn't supported by the GPU, it falls back to the CPU.</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31"/>
          <p:cNvSpPr txBox="1"/>
          <p:nvPr>
            <p:ph type="title"/>
          </p:nvPr>
        </p:nvSpPr>
        <p:spPr>
          <a:xfrm>
            <a:off x="457200" y="445025"/>
            <a:ext cx="8329650" cy="627900"/>
          </a:xfrm>
          <a:prstGeom prst="rect">
            <a:avLst/>
          </a:prstGeom>
          <a:noFill/>
          <a:ln>
            <a:noFill/>
          </a:ln>
        </p:spPr>
        <p:txBody>
          <a:bodyPr anchorCtr="0" anchor="t" bIns="91425" lIns="91425" spcFirstLastPara="1" rIns="91425" wrap="square" tIns="91425">
            <a:normAutofit/>
          </a:bodyPr>
          <a:lstStyle/>
          <a:p>
            <a:pPr indent="0" lvl="0" marL="0" rtl="1" algn="l">
              <a:lnSpc>
                <a:spcPct val="100000"/>
              </a:lnSpc>
              <a:spcBef>
                <a:spcPts val="0"/>
              </a:spcBef>
              <a:spcAft>
                <a:spcPts val="0"/>
              </a:spcAft>
              <a:buSzPts val="2500"/>
              <a:buNone/>
            </a:pPr>
            <a:r>
              <a:rPr b="1" i="0" lang="en-US" u="none" strike="noStrike">
                <a:solidFill>
                  <a:srgbClr val="000000"/>
                </a:solidFill>
              </a:rPr>
              <a:t>Understanding Performance in cudf.pandas</a:t>
            </a:r>
            <a:endParaRPr b="1" i="0" u="none" strike="noStrike">
              <a:solidFill>
                <a:srgbClr val="000000"/>
              </a:solidFill>
            </a:endParaRPr>
          </a:p>
        </p:txBody>
      </p:sp>
      <p:sp>
        <p:nvSpPr>
          <p:cNvPr id="68" name="Google Shape;68;p31"/>
          <p:cNvSpPr txBox="1"/>
          <p:nvPr/>
        </p:nvSpPr>
        <p:spPr>
          <a:xfrm>
            <a:off x="457200" y="1417588"/>
            <a:ext cx="4647536" cy="2308324"/>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600"/>
              <a:buFont typeface="Noto Sans Symbols"/>
              <a:buChar char="⮚"/>
            </a:pPr>
            <a:r>
              <a:rPr b="0" i="0" lang="en-US" sz="1600" u="none" cap="none" strike="noStrike">
                <a:solidFill>
                  <a:srgbClr val="000000"/>
                </a:solidFill>
                <a:latin typeface="Arial"/>
                <a:ea typeface="Arial"/>
                <a:cs typeface="Arial"/>
                <a:sym typeface="Arial"/>
              </a:rPr>
              <a:t>cudf.pandas provides </a:t>
            </a:r>
            <a:r>
              <a:rPr b="1" i="0" lang="en-US" sz="1600" u="none" cap="none" strike="noStrike">
                <a:solidFill>
                  <a:srgbClr val="000000"/>
                </a:solidFill>
                <a:latin typeface="Arial"/>
                <a:ea typeface="Arial"/>
                <a:cs typeface="Arial"/>
                <a:sym typeface="Arial"/>
              </a:rPr>
              <a:t>profiling utilities</a:t>
            </a:r>
            <a:r>
              <a:rPr b="0" i="0" lang="en-US" sz="1600" u="none" cap="none" strike="noStrike">
                <a:solidFill>
                  <a:srgbClr val="000000"/>
                </a:solidFill>
                <a:latin typeface="Arial"/>
                <a:ea typeface="Arial"/>
                <a:cs typeface="Arial"/>
                <a:sym typeface="Arial"/>
              </a:rPr>
              <a:t> to help you analyze the performance of your code when working with GPU-accelerated data frames. </a:t>
            </a:r>
            <a:endParaRPr/>
          </a:p>
          <a:p>
            <a:pPr indent="-184150" lvl="0" marL="285750" marR="0" rtl="0" algn="l">
              <a:lnSpc>
                <a:spcPct val="100000"/>
              </a:lnSpc>
              <a:spcBef>
                <a:spcPts val="0"/>
              </a:spcBef>
              <a:spcAft>
                <a:spcPts val="0"/>
              </a:spcAft>
              <a:buClr>
                <a:srgbClr val="000000"/>
              </a:buClr>
              <a:buSzPts val="1600"/>
              <a:buFont typeface="Noto Sans Symbols"/>
              <a:buNone/>
            </a:pPr>
            <a:r>
              <a:t/>
            </a:r>
            <a:endParaRPr b="0" i="0" sz="16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600"/>
              <a:buFont typeface="Noto Sans Symbols"/>
              <a:buChar char="⮚"/>
            </a:pPr>
            <a:r>
              <a:rPr b="0" i="0" lang="en-US" sz="1600" u="none" cap="none" strike="noStrike">
                <a:solidFill>
                  <a:srgbClr val="000000"/>
                </a:solidFill>
                <a:latin typeface="Arial"/>
                <a:ea typeface="Arial"/>
                <a:cs typeface="Arial"/>
                <a:sym typeface="Arial"/>
              </a:rPr>
              <a:t>These tools help determine which parts of your code ran on the </a:t>
            </a:r>
            <a:r>
              <a:rPr b="1" i="0" lang="en-US" sz="1600" u="none" cap="none" strike="noStrike">
                <a:solidFill>
                  <a:srgbClr val="000000"/>
                </a:solidFill>
                <a:latin typeface="Arial"/>
                <a:ea typeface="Arial"/>
                <a:cs typeface="Arial"/>
                <a:sym typeface="Arial"/>
              </a:rPr>
              <a:t>GPU</a:t>
            </a:r>
            <a:r>
              <a:rPr b="0" i="0" lang="en-US" sz="1600" u="none" cap="none" strike="noStrike">
                <a:solidFill>
                  <a:srgbClr val="000000"/>
                </a:solidFill>
                <a:latin typeface="Arial"/>
                <a:ea typeface="Arial"/>
                <a:cs typeface="Arial"/>
                <a:sym typeface="Arial"/>
              </a:rPr>
              <a:t> (which is faster for large data processing) and which parts still ran on the </a:t>
            </a:r>
            <a:r>
              <a:rPr b="1" i="0" lang="en-US" sz="1600" u="none" cap="none" strike="noStrike">
                <a:solidFill>
                  <a:srgbClr val="000000"/>
                </a:solidFill>
                <a:latin typeface="Arial"/>
                <a:ea typeface="Arial"/>
                <a:cs typeface="Arial"/>
                <a:sym typeface="Arial"/>
              </a:rPr>
              <a:t>CPU</a:t>
            </a:r>
            <a:r>
              <a:rPr b="0" i="0" lang="en-US" sz="1600" u="none" cap="none" strike="noStrike">
                <a:solidFill>
                  <a:srgbClr val="000000"/>
                </a:solidFill>
                <a:latin typeface="Arial"/>
                <a:ea typeface="Arial"/>
                <a:cs typeface="Arial"/>
                <a:sym typeface="Arial"/>
              </a:rPr>
              <a:t> (which may be a bottleneck).</a:t>
            </a:r>
            <a:endParaRPr/>
          </a:p>
        </p:txBody>
      </p:sp>
      <p:pic>
        <p:nvPicPr>
          <p:cNvPr descr="RAPIDS cuDF 24.08: Seamless large-scale ..." id="69" name="Google Shape;69;p31"/>
          <p:cNvPicPr preferRelativeResize="0"/>
          <p:nvPr/>
        </p:nvPicPr>
        <p:blipFill rotWithShape="1">
          <a:blip r:embed="rId3">
            <a:alphaModFix/>
          </a:blip>
          <a:srcRect b="0" l="48241" r="0" t="29750"/>
          <a:stretch/>
        </p:blipFill>
        <p:spPr>
          <a:xfrm>
            <a:off x="5916168" y="1737360"/>
            <a:ext cx="2568930" cy="184708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32"/>
          <p:cNvSpPr txBox="1"/>
          <p:nvPr>
            <p:ph type="title"/>
          </p:nvPr>
        </p:nvSpPr>
        <p:spPr>
          <a:xfrm>
            <a:off x="457200" y="445025"/>
            <a:ext cx="8329650" cy="627900"/>
          </a:xfrm>
          <a:prstGeom prst="rect">
            <a:avLst/>
          </a:prstGeom>
          <a:noFill/>
          <a:ln>
            <a:noFill/>
          </a:ln>
        </p:spPr>
        <p:txBody>
          <a:bodyPr anchorCtr="0" anchor="t" bIns="91425" lIns="91425" spcFirstLastPara="1" rIns="91425" wrap="square" tIns="91425">
            <a:normAutofit/>
          </a:bodyPr>
          <a:lstStyle/>
          <a:p>
            <a:pPr indent="0" lvl="0" marL="0" rtl="1" algn="l">
              <a:lnSpc>
                <a:spcPct val="100000"/>
              </a:lnSpc>
              <a:spcBef>
                <a:spcPts val="0"/>
              </a:spcBef>
              <a:spcAft>
                <a:spcPts val="0"/>
              </a:spcAft>
              <a:buSzPts val="2500"/>
              <a:buNone/>
            </a:pPr>
            <a:r>
              <a:rPr b="1" i="0" lang="en-US" u="none" strike="noStrike">
                <a:solidFill>
                  <a:srgbClr val="7030A0"/>
                </a:solidFill>
              </a:rPr>
              <a:t>Why Profiling is Important:</a:t>
            </a:r>
            <a:endParaRPr b="0" i="0" u="none" strike="noStrike">
              <a:solidFill>
                <a:srgbClr val="7030A0"/>
              </a:solidFill>
            </a:endParaRPr>
          </a:p>
        </p:txBody>
      </p:sp>
      <p:sp>
        <p:nvSpPr>
          <p:cNvPr id="75" name="Google Shape;75;p32"/>
          <p:cNvSpPr txBox="1"/>
          <p:nvPr/>
        </p:nvSpPr>
        <p:spPr>
          <a:xfrm>
            <a:off x="0" y="1242114"/>
            <a:ext cx="6035039" cy="35394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Identifying Bottlenecks:</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If parts of your code are still running on the CPU, those sections can become performance bottlenecks, slowing down the overall process.</a:t>
            </a:r>
            <a:endParaRPr/>
          </a:p>
          <a:p>
            <a:pPr indent="-285750" lvl="1" marL="7429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The profiling utilities help you pinpoint these CPU-bound sections.</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Optimizing Performance:</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By knowing which parts of your code are using the GPU and which are using the CPU, you can optimize your code to maximize GPU utilization.</a:t>
            </a:r>
            <a:endParaRPr/>
          </a:p>
          <a:p>
            <a:pPr indent="-285750" lvl="1" marL="7429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This may involve rewriting certain operations to be more GPU-friendly or minimizing data transfers between the CPU and GPU.</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Understanding Execution:</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The profiler gives you a clear picture of how your code is being executed, which is valuable for understanding and improving its performance.</a:t>
            </a:r>
            <a:endParaRPr/>
          </a:p>
        </p:txBody>
      </p:sp>
      <p:pic>
        <p:nvPicPr>
          <p:cNvPr descr="A group of people with claw grabber&#10;&#10;AI-generated content may be incorrect." id="76" name="Google Shape;76;p32"/>
          <p:cNvPicPr preferRelativeResize="0"/>
          <p:nvPr/>
        </p:nvPicPr>
        <p:blipFill rotWithShape="1">
          <a:blip r:embed="rId3">
            <a:alphaModFix/>
          </a:blip>
          <a:srcRect b="0" l="0" r="0" t="0"/>
          <a:stretch/>
        </p:blipFill>
        <p:spPr>
          <a:xfrm>
            <a:off x="5952743" y="1969046"/>
            <a:ext cx="3108961" cy="182261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6FA"/>
        </a:solidFill>
      </p:bgPr>
    </p:bg>
    <p:spTree>
      <p:nvGrpSpPr>
        <p:cNvPr id="80" name="Shape 80"/>
        <p:cNvGrpSpPr/>
        <p:nvPr/>
      </p:nvGrpSpPr>
      <p:grpSpPr>
        <a:xfrm>
          <a:off x="0" y="0"/>
          <a:ext cx="0" cy="0"/>
          <a:chOff x="0" y="0"/>
          <a:chExt cx="0" cy="0"/>
        </a:xfrm>
      </p:grpSpPr>
      <p:pic>
        <p:nvPicPr>
          <p:cNvPr id="81" name="Google Shape;81;p5"/>
          <p:cNvPicPr preferRelativeResize="0"/>
          <p:nvPr/>
        </p:nvPicPr>
        <p:blipFill rotWithShape="1">
          <a:blip r:embed="rId3">
            <a:alphaModFix amt="60000"/>
          </a:blip>
          <a:srcRect b="0" l="0" r="0" t="0"/>
          <a:stretch/>
        </p:blipFill>
        <p:spPr>
          <a:xfrm>
            <a:off x="3544650" y="177900"/>
            <a:ext cx="5408998" cy="2939569"/>
          </a:xfrm>
          <a:prstGeom prst="rect">
            <a:avLst/>
          </a:prstGeom>
          <a:noFill/>
          <a:ln>
            <a:noFill/>
          </a:ln>
        </p:spPr>
      </p:pic>
      <p:sp>
        <p:nvSpPr>
          <p:cNvPr id="82" name="Google Shape;82;p5"/>
          <p:cNvSpPr txBox="1"/>
          <p:nvPr>
            <p:ph type="title"/>
          </p:nvPr>
        </p:nvSpPr>
        <p:spPr>
          <a:xfrm>
            <a:off x="872950" y="122160"/>
            <a:ext cx="6990890" cy="494528"/>
          </a:xfrm>
          <a:prstGeom prst="rect">
            <a:avLst/>
          </a:prstGeom>
          <a:noFill/>
          <a:ln>
            <a:noFill/>
          </a:ln>
        </p:spPr>
        <p:txBody>
          <a:bodyPr anchorCtr="0" anchor="t" bIns="91425" lIns="91425" spcFirstLastPara="1" rIns="91425" wrap="square" tIns="91425">
            <a:noAutofit/>
          </a:bodyPr>
          <a:lstStyle/>
          <a:p>
            <a:pPr indent="0" lvl="0" marL="0" rtl="1" algn="l">
              <a:lnSpc>
                <a:spcPct val="100000"/>
              </a:lnSpc>
              <a:spcBef>
                <a:spcPts val="0"/>
              </a:spcBef>
              <a:spcAft>
                <a:spcPts val="0"/>
              </a:spcAft>
              <a:buSzPts val="2500"/>
              <a:buNone/>
            </a:pPr>
            <a:r>
              <a:rPr b="1" i="0" lang="en-US" sz="2400" u="none" strike="noStrike">
                <a:solidFill>
                  <a:srgbClr val="7030A0"/>
                </a:solidFill>
              </a:rPr>
              <a:t>The Goal: Accelerating pandas with GPU Power</a:t>
            </a:r>
            <a:endParaRPr b="0" i="0" sz="2400" u="none" strike="noStrike">
              <a:solidFill>
                <a:srgbClr val="7030A0"/>
              </a:solidFill>
            </a:endParaRPr>
          </a:p>
        </p:txBody>
      </p:sp>
      <p:sp>
        <p:nvSpPr>
          <p:cNvPr id="83" name="Google Shape;83;p5"/>
          <p:cNvSpPr txBox="1"/>
          <p:nvPr/>
        </p:nvSpPr>
        <p:spPr>
          <a:xfrm>
            <a:off x="477774" y="1245239"/>
            <a:ext cx="5877306" cy="37548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Core Functionality:</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At its heart, cudf.pandas aims to leverage the parallel processing capabilities of GPUs to drastically speed up data manipulation tasks that are traditionally handled by the pandas library on CPUs.</a:t>
            </a:r>
            <a:endParaRPr/>
          </a:p>
          <a:p>
            <a:pPr indent="-196850" lvl="1" marL="742950" marR="0" rtl="0" algn="l">
              <a:lnSpc>
                <a:spcPct val="10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It acts as a bridge, attempting to translate your familiar pandas code into equivalent operations that can be executed on the GPU.</a:t>
            </a:r>
            <a:endParaRPr/>
          </a:p>
          <a:p>
            <a:pPr indent="-196850" lvl="1" marL="742950" marR="0" rtl="0" algn="l">
              <a:lnSpc>
                <a:spcPct val="10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Performance Gains:</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For large datasets, GPU acceleration can result in significant performance improvements, often orders of magnitude faster than CPU-based processing.</a:t>
            </a:r>
            <a:endParaRPr/>
          </a:p>
          <a:p>
            <a:pPr indent="-196850" lvl="1" marL="742950" marR="0" rtl="0" algn="l">
              <a:lnSpc>
                <a:spcPct val="10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The largest gains are seen in operations that can be performed in parallel.</a:t>
            </a:r>
            <a:endParaRPr/>
          </a:p>
        </p:txBody>
      </p:sp>
      <p:pic>
        <p:nvPicPr>
          <p:cNvPr descr="A close-up of a graph&#10;&#10;AI-generated content may be incorrect." id="84" name="Google Shape;84;p5"/>
          <p:cNvPicPr preferRelativeResize="0"/>
          <p:nvPr/>
        </p:nvPicPr>
        <p:blipFill rotWithShape="1">
          <a:blip r:embed="rId4">
            <a:alphaModFix/>
          </a:blip>
          <a:srcRect b="0" l="0" r="0" t="0"/>
          <a:stretch/>
        </p:blipFill>
        <p:spPr>
          <a:xfrm>
            <a:off x="6468540" y="1803654"/>
            <a:ext cx="2611120" cy="1854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6FA"/>
        </a:solidFill>
      </p:bgPr>
    </p:bg>
    <p:spTree>
      <p:nvGrpSpPr>
        <p:cNvPr id="88" name="Shape 88"/>
        <p:cNvGrpSpPr/>
        <p:nvPr/>
      </p:nvGrpSpPr>
      <p:grpSpPr>
        <a:xfrm>
          <a:off x="0" y="0"/>
          <a:ext cx="0" cy="0"/>
          <a:chOff x="0" y="0"/>
          <a:chExt cx="0" cy="0"/>
        </a:xfrm>
      </p:grpSpPr>
      <p:pic>
        <p:nvPicPr>
          <p:cNvPr id="89" name="Google Shape;89;p33"/>
          <p:cNvPicPr preferRelativeResize="0"/>
          <p:nvPr/>
        </p:nvPicPr>
        <p:blipFill rotWithShape="1">
          <a:blip r:embed="rId3">
            <a:alphaModFix amt="60000"/>
          </a:blip>
          <a:srcRect b="0" l="0" r="0" t="0"/>
          <a:stretch/>
        </p:blipFill>
        <p:spPr>
          <a:xfrm>
            <a:off x="3544650" y="177900"/>
            <a:ext cx="5408998" cy="2939569"/>
          </a:xfrm>
          <a:prstGeom prst="rect">
            <a:avLst/>
          </a:prstGeom>
          <a:noFill/>
          <a:ln>
            <a:noFill/>
          </a:ln>
        </p:spPr>
      </p:pic>
      <p:sp>
        <p:nvSpPr>
          <p:cNvPr id="90" name="Google Shape;90;p33"/>
          <p:cNvSpPr txBox="1"/>
          <p:nvPr>
            <p:ph type="title"/>
          </p:nvPr>
        </p:nvSpPr>
        <p:spPr>
          <a:xfrm>
            <a:off x="872950" y="122160"/>
            <a:ext cx="6990890" cy="494528"/>
          </a:xfrm>
          <a:prstGeom prst="rect">
            <a:avLst/>
          </a:prstGeom>
          <a:noFill/>
          <a:ln>
            <a:noFill/>
          </a:ln>
        </p:spPr>
        <p:txBody>
          <a:bodyPr anchorCtr="0" anchor="t" bIns="91425" lIns="91425" spcFirstLastPara="1" rIns="91425" wrap="square" tIns="91425">
            <a:noAutofit/>
          </a:bodyPr>
          <a:lstStyle/>
          <a:p>
            <a:pPr indent="0" lvl="0" marL="0" rtl="1" algn="l">
              <a:lnSpc>
                <a:spcPct val="100000"/>
              </a:lnSpc>
              <a:spcBef>
                <a:spcPts val="0"/>
              </a:spcBef>
              <a:spcAft>
                <a:spcPts val="0"/>
              </a:spcAft>
              <a:buSzPts val="2500"/>
              <a:buNone/>
            </a:pPr>
            <a:r>
              <a:rPr b="1" i="0" lang="en-US" sz="2400" u="none" strike="noStrike">
                <a:solidFill>
                  <a:srgbClr val="7030A0"/>
                </a:solidFill>
              </a:rPr>
              <a:t>The Insight: Profiling for Performance Analysis</a:t>
            </a:r>
            <a:br>
              <a:rPr b="1" i="0" lang="en-US" sz="2400" u="none" strike="noStrike">
                <a:solidFill>
                  <a:srgbClr val="7030A0"/>
                </a:solidFill>
              </a:rPr>
            </a:br>
            <a:endParaRPr b="0" i="0" sz="2400" u="none" strike="noStrike">
              <a:solidFill>
                <a:srgbClr val="7030A0"/>
              </a:solidFill>
            </a:endParaRPr>
          </a:p>
        </p:txBody>
      </p:sp>
      <p:sp>
        <p:nvSpPr>
          <p:cNvPr id="91" name="Google Shape;91;p33"/>
          <p:cNvSpPr txBox="1"/>
          <p:nvPr/>
        </p:nvSpPr>
        <p:spPr>
          <a:xfrm>
            <a:off x="761238" y="788878"/>
            <a:ext cx="7386066" cy="26776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Understanding Execution Flow:</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The profiling tools within cudf.pandas provide crucial insights into how your code is actually being executed.</a:t>
            </a:r>
            <a:endParaRPr/>
          </a:p>
          <a:p>
            <a:pPr indent="-285750" lvl="1" marL="7429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They reveal which portions of your data processing pipeline are being handled by the GPU and which are falling back to the CPU.</a:t>
            </a:r>
            <a:endParaRPr/>
          </a:p>
          <a:p>
            <a:pPr indent="-196850" lvl="1" marL="742950" marR="0" rtl="0" algn="l">
              <a:lnSpc>
                <a:spcPct val="10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Identifying Bottlenecks:</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By highlighting CPU-bound operations, the profiler helps you pinpoint potential performance bottlenecks.</a:t>
            </a:r>
            <a:endParaRPr/>
          </a:p>
          <a:p>
            <a:pPr indent="-285750" lvl="1" marL="7429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These bottlenecks can arise from operations that are not yet supported on the GPU or from inefficient data transfers between the CPU and GPU.</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 name="Google Shape;92;p33"/>
          <p:cNvSpPr txBox="1"/>
          <p:nvPr/>
        </p:nvSpPr>
        <p:spPr>
          <a:xfrm>
            <a:off x="646522" y="3421173"/>
            <a:ext cx="4649724" cy="1169551"/>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Measuring Success:</a:t>
            </a:r>
            <a:endParaRPr/>
          </a:p>
          <a:p>
            <a:pPr indent="-285750" lvl="2" marL="7429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The tools allow you to measure how effectively the GPU is being utilized. </a:t>
            </a:r>
            <a:endParaRPr/>
          </a:p>
          <a:p>
            <a:pPr indent="-285750" lvl="0" marL="7429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This gives you concrete data to understand the performance gains you are receiving.</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6FA"/>
        </a:solidFill>
      </p:bgPr>
    </p:bg>
    <p:spTree>
      <p:nvGrpSpPr>
        <p:cNvPr id="96" name="Shape 96"/>
        <p:cNvGrpSpPr/>
        <p:nvPr/>
      </p:nvGrpSpPr>
      <p:grpSpPr>
        <a:xfrm>
          <a:off x="0" y="0"/>
          <a:ext cx="0" cy="0"/>
          <a:chOff x="0" y="0"/>
          <a:chExt cx="0" cy="0"/>
        </a:xfrm>
      </p:grpSpPr>
      <p:pic>
        <p:nvPicPr>
          <p:cNvPr id="97" name="Google Shape;97;p34"/>
          <p:cNvPicPr preferRelativeResize="0"/>
          <p:nvPr/>
        </p:nvPicPr>
        <p:blipFill rotWithShape="1">
          <a:blip r:embed="rId3">
            <a:alphaModFix amt="60000"/>
          </a:blip>
          <a:srcRect b="0" l="0" r="0" t="0"/>
          <a:stretch/>
        </p:blipFill>
        <p:spPr>
          <a:xfrm>
            <a:off x="3544650" y="177900"/>
            <a:ext cx="5408998" cy="2939569"/>
          </a:xfrm>
          <a:prstGeom prst="rect">
            <a:avLst/>
          </a:prstGeom>
          <a:noFill/>
          <a:ln>
            <a:noFill/>
          </a:ln>
        </p:spPr>
      </p:pic>
      <p:sp>
        <p:nvSpPr>
          <p:cNvPr id="98" name="Google Shape;98;p34"/>
          <p:cNvSpPr txBox="1"/>
          <p:nvPr>
            <p:ph type="title"/>
          </p:nvPr>
        </p:nvSpPr>
        <p:spPr>
          <a:xfrm>
            <a:off x="872950" y="122160"/>
            <a:ext cx="6990890" cy="494528"/>
          </a:xfrm>
          <a:prstGeom prst="rect">
            <a:avLst/>
          </a:prstGeom>
          <a:noFill/>
          <a:ln>
            <a:noFill/>
          </a:ln>
        </p:spPr>
        <p:txBody>
          <a:bodyPr anchorCtr="0" anchor="t" bIns="91425" lIns="91425" spcFirstLastPara="1" rIns="91425" wrap="square" tIns="91425">
            <a:noAutofit/>
          </a:bodyPr>
          <a:lstStyle/>
          <a:p>
            <a:pPr indent="0" lvl="0" marL="0" rtl="1" algn="l">
              <a:lnSpc>
                <a:spcPct val="100000"/>
              </a:lnSpc>
              <a:spcBef>
                <a:spcPts val="0"/>
              </a:spcBef>
              <a:spcAft>
                <a:spcPts val="0"/>
              </a:spcAft>
              <a:buClr>
                <a:srgbClr val="543198"/>
              </a:buClr>
              <a:buSzPts val="2500"/>
              <a:buNone/>
            </a:pPr>
            <a:r>
              <a:rPr b="1" i="0" lang="en-US" sz="2400" u="none" strike="noStrike">
                <a:solidFill>
                  <a:srgbClr val="7030A0"/>
                </a:solidFill>
              </a:rPr>
              <a:t>The Action: Optimization and Efficiency</a:t>
            </a:r>
            <a:br>
              <a:rPr b="0" i="0" lang="en-US" sz="2400" u="none" strike="noStrike">
                <a:solidFill>
                  <a:srgbClr val="000000"/>
                </a:solidFill>
              </a:rPr>
            </a:br>
            <a:br>
              <a:rPr b="1" i="0" lang="en-US" sz="2400" u="none" strike="noStrike">
                <a:solidFill>
                  <a:srgbClr val="7030A0"/>
                </a:solidFill>
              </a:rPr>
            </a:br>
            <a:endParaRPr b="0" i="0" sz="2400" u="none" strike="noStrike">
              <a:solidFill>
                <a:srgbClr val="7030A0"/>
              </a:solidFill>
            </a:endParaRPr>
          </a:p>
        </p:txBody>
      </p:sp>
      <p:sp>
        <p:nvSpPr>
          <p:cNvPr id="99" name="Google Shape;99;p34"/>
          <p:cNvSpPr txBox="1"/>
          <p:nvPr/>
        </p:nvSpPr>
        <p:spPr>
          <a:xfrm>
            <a:off x="190352" y="802035"/>
            <a:ext cx="5927004" cy="37548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Targeted Optimization:</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Armed with the information from the profiler, you can strategically optimize your code to maximize GPU utilization.</a:t>
            </a:r>
            <a:endParaRPr/>
          </a:p>
          <a:p>
            <a:pPr indent="-285750" lvl="1" marL="7429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This may involve restructuring data manipulations, using GPU-compatible functions, or minimizing data transfers.</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Workflow Enhancement:</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By optimizing your code for GPU acceleration, you can significantly improve the efficiency of your data processing workflows.</a:t>
            </a:r>
            <a:endParaRPr/>
          </a:p>
          <a:p>
            <a:pPr indent="-285750" lvl="1" marL="7429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This translates to faster processing times, reduced resource consumption, and improved overall productivity.</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Maximizing Potential:</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rgbClr val="000000"/>
              </a:buClr>
              <a:buSzPts val="1400"/>
              <a:buFont typeface="Noto Sans Symbols"/>
              <a:buChar char="⮚"/>
            </a:pPr>
            <a:r>
              <a:rPr b="0" i="0" lang="en-US" sz="1400" u="none" cap="none" strike="noStrike">
                <a:solidFill>
                  <a:srgbClr val="000000"/>
                </a:solidFill>
                <a:latin typeface="Arial"/>
                <a:ea typeface="Arial"/>
                <a:cs typeface="Arial"/>
                <a:sym typeface="Arial"/>
              </a:rPr>
              <a:t>For anyone working with large datasets and seeking to maximize the performance of their cudf.pandas workflows, the profiling utilities are indispensable. They provide the necessary visibility and insights to unlock the full potential of GPU acceleration.</a:t>
            </a:r>
            <a:endParaRPr/>
          </a:p>
        </p:txBody>
      </p:sp>
      <p:pic>
        <p:nvPicPr>
          <p:cNvPr descr="A diagram of a puzzle with people walking on a bridge&#10;&#10;AI-generated content may be incorrect." id="100" name="Google Shape;100;p34"/>
          <p:cNvPicPr preferRelativeResize="0"/>
          <p:nvPr/>
        </p:nvPicPr>
        <p:blipFill rotWithShape="1">
          <a:blip r:embed="rId4">
            <a:alphaModFix/>
          </a:blip>
          <a:srcRect b="0" l="0" r="0" t="0"/>
          <a:stretch/>
        </p:blipFill>
        <p:spPr>
          <a:xfrm>
            <a:off x="6117356" y="1647684"/>
            <a:ext cx="2836292" cy="198653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6FA"/>
        </a:solidFill>
      </p:bgPr>
    </p:bg>
    <p:spTree>
      <p:nvGrpSpPr>
        <p:cNvPr id="104" name="Shape 104"/>
        <p:cNvGrpSpPr/>
        <p:nvPr/>
      </p:nvGrpSpPr>
      <p:grpSpPr>
        <a:xfrm>
          <a:off x="0" y="0"/>
          <a:ext cx="0" cy="0"/>
          <a:chOff x="0" y="0"/>
          <a:chExt cx="0" cy="0"/>
        </a:xfrm>
      </p:grpSpPr>
      <p:pic>
        <p:nvPicPr>
          <p:cNvPr id="105" name="Google Shape;105;p6"/>
          <p:cNvPicPr preferRelativeResize="0"/>
          <p:nvPr/>
        </p:nvPicPr>
        <p:blipFill rotWithShape="1">
          <a:blip r:embed="rId3">
            <a:alphaModFix amt="60000"/>
          </a:blip>
          <a:srcRect b="0" l="0" r="0" t="0"/>
          <a:stretch/>
        </p:blipFill>
        <p:spPr>
          <a:xfrm>
            <a:off x="3544650" y="177900"/>
            <a:ext cx="5408998" cy="2939569"/>
          </a:xfrm>
          <a:prstGeom prst="rect">
            <a:avLst/>
          </a:prstGeom>
          <a:noFill/>
          <a:ln>
            <a:noFill/>
          </a:ln>
        </p:spPr>
      </p:pic>
      <p:sp>
        <p:nvSpPr>
          <p:cNvPr id="106" name="Google Shape;106;p6"/>
          <p:cNvSpPr txBox="1"/>
          <p:nvPr>
            <p:ph type="title"/>
          </p:nvPr>
        </p:nvSpPr>
        <p:spPr>
          <a:xfrm>
            <a:off x="872950" y="122160"/>
            <a:ext cx="6707400" cy="494528"/>
          </a:xfrm>
          <a:prstGeom prst="rect">
            <a:avLst/>
          </a:prstGeom>
          <a:noFill/>
          <a:ln>
            <a:noFill/>
          </a:ln>
        </p:spPr>
        <p:txBody>
          <a:bodyPr anchorCtr="0" anchor="t" bIns="91425" lIns="91425" spcFirstLastPara="1" rIns="91425" wrap="square" tIns="91425">
            <a:noAutofit/>
          </a:bodyPr>
          <a:lstStyle/>
          <a:p>
            <a:pPr indent="0" lvl="0" marL="0" rtl="1" algn="l">
              <a:lnSpc>
                <a:spcPct val="100000"/>
              </a:lnSpc>
              <a:spcBef>
                <a:spcPts val="0"/>
              </a:spcBef>
              <a:spcAft>
                <a:spcPts val="0"/>
              </a:spcAft>
              <a:buClr>
                <a:srgbClr val="543198"/>
              </a:buClr>
              <a:buSzPts val="2500"/>
              <a:buNone/>
            </a:pPr>
            <a:r>
              <a:rPr lang="en-US" sz="2000">
                <a:latin typeface="Calibri"/>
                <a:ea typeface="Calibri"/>
                <a:cs typeface="Calibri"/>
                <a:sym typeface="Calibri"/>
              </a:rPr>
              <a:t> Profiling with cudf.pandas</a:t>
            </a:r>
            <a:br>
              <a:rPr b="0" i="0" lang="en-US" sz="1100" u="none" strike="noStrike">
                <a:solidFill>
                  <a:srgbClr val="000000"/>
                </a:solidFill>
              </a:rPr>
            </a:br>
            <a:endParaRPr sz="3200"/>
          </a:p>
        </p:txBody>
      </p:sp>
      <p:sp>
        <p:nvSpPr>
          <p:cNvPr id="107" name="Google Shape;107;p6"/>
          <p:cNvSpPr txBox="1"/>
          <p:nvPr/>
        </p:nvSpPr>
        <p:spPr>
          <a:xfrm>
            <a:off x="621792" y="588877"/>
            <a:ext cx="6352794" cy="2893100"/>
          </a:xfrm>
          <a:prstGeom prst="rect">
            <a:avLst/>
          </a:prstGeom>
          <a:noFill/>
          <a:ln>
            <a:noFill/>
          </a:ln>
        </p:spPr>
        <p:txBody>
          <a:bodyPr anchorCtr="0" anchor="t" bIns="45700" lIns="91425" spcFirstLastPara="1" rIns="91425" wrap="square" tIns="45700">
            <a:spAutoFit/>
          </a:bodyPr>
          <a:lstStyle/>
          <a:p>
            <a:pPr indent="0" lvl="1" marL="45720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Profiling utilities allow you to analyze execution time and resource usage helping  in optimizing code by identifying CPU-bound operations.</a:t>
            </a:r>
            <a:endParaRPr/>
          </a:p>
          <a:p>
            <a:pPr indent="-88900" lvl="0" marL="0" marR="0" rtl="0" algn="l">
              <a:lnSpc>
                <a:spcPct val="100000"/>
              </a:lnSpc>
              <a:spcBef>
                <a:spcPts val="0"/>
              </a:spcBef>
              <a:spcAft>
                <a:spcPts val="0"/>
              </a:spcAft>
              <a:buClr>
                <a:srgbClr val="000000"/>
              </a:buClr>
              <a:buSzPts val="1400"/>
              <a:buFont typeface="Arial"/>
              <a:buAutoNum type="arabicPeriod"/>
            </a:pPr>
            <a:r>
              <a:rPr b="1" i="0" lang="en-US" sz="1400" u="none" cap="none" strike="noStrike">
                <a:solidFill>
                  <a:srgbClr val="000000"/>
                </a:solidFill>
                <a:latin typeface="Arial"/>
                <a:ea typeface="Arial"/>
                <a:cs typeface="Arial"/>
                <a:sym typeface="Arial"/>
              </a:rPr>
              <a:t>Loading the Extension</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rgbClr val="000000"/>
              </a:buClr>
              <a:buSzPts val="1400"/>
              <a:buFont typeface="Arial"/>
              <a:buAutoNum type="arabicPeriod"/>
            </a:pPr>
            <a:r>
              <a:rPr b="0" i="0" lang="en-US" sz="1400" u="none" cap="none" strike="noStrike">
                <a:solidFill>
                  <a:srgbClr val="000000"/>
                </a:solidFill>
                <a:latin typeface="Arial"/>
                <a:ea typeface="Arial"/>
                <a:cs typeface="Arial"/>
                <a:sym typeface="Arial"/>
              </a:rPr>
              <a:t>To use profiling features, the cudf.pandas extension must be loaded.</a:t>
            </a:r>
            <a:endParaRPr/>
          </a:p>
          <a:p>
            <a:pPr indent="-196850" lvl="1" marL="74295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88900" lvl="0" marL="0" marR="0" rtl="0" algn="l">
              <a:lnSpc>
                <a:spcPct val="100000"/>
              </a:lnSpc>
              <a:spcBef>
                <a:spcPts val="0"/>
              </a:spcBef>
              <a:spcAft>
                <a:spcPts val="0"/>
              </a:spcAft>
              <a:buClr>
                <a:srgbClr val="000000"/>
              </a:buClr>
              <a:buSzPts val="1400"/>
              <a:buFont typeface="Arial"/>
              <a:buAutoNum type="arabicPeriod"/>
            </a:pPr>
            <a:r>
              <a:rPr b="1" i="0" lang="en-US" sz="1400" u="none" cap="none" strike="noStrike">
                <a:solidFill>
                  <a:srgbClr val="000000"/>
                </a:solidFill>
                <a:latin typeface="Arial"/>
                <a:ea typeface="Arial"/>
                <a:cs typeface="Arial"/>
                <a:sym typeface="Arial"/>
              </a:rPr>
              <a:t>Colab Note</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rgbClr val="000000"/>
              </a:buClr>
              <a:buSzPts val="1400"/>
              <a:buFont typeface="Arial"/>
              <a:buAutoNum type="arabicPeriod"/>
            </a:pPr>
            <a:r>
              <a:rPr b="0" i="0" lang="en-US" sz="1400" u="none" cap="none" strike="noStrike">
                <a:solidFill>
                  <a:srgbClr val="000000"/>
                </a:solidFill>
                <a:latin typeface="Arial"/>
                <a:ea typeface="Arial"/>
                <a:cs typeface="Arial"/>
                <a:sym typeface="Arial"/>
              </a:rPr>
              <a:t>If running in </a:t>
            </a:r>
            <a:r>
              <a:rPr b="1" i="0" lang="en-US" sz="1400" u="none" cap="none" strike="noStrike">
                <a:solidFill>
                  <a:srgbClr val="000000"/>
                </a:solidFill>
                <a:latin typeface="Arial"/>
                <a:ea typeface="Arial"/>
                <a:cs typeface="Arial"/>
                <a:sym typeface="Arial"/>
              </a:rPr>
              <a:t>Google Colab</a:t>
            </a:r>
            <a:r>
              <a:rPr b="0" i="0" lang="en-US" sz="1400" u="none" cap="none" strike="noStrike">
                <a:solidFill>
                  <a:srgbClr val="000000"/>
                </a:solidFill>
                <a:latin typeface="Arial"/>
                <a:ea typeface="Arial"/>
                <a:cs typeface="Arial"/>
                <a:sym typeface="Arial"/>
              </a:rPr>
              <a:t>, the first time you use the profiler, it may take more than </a:t>
            </a:r>
            <a:r>
              <a:rPr b="1" i="0" lang="en-US" sz="1400" u="none" cap="none" strike="noStrike">
                <a:solidFill>
                  <a:srgbClr val="000000"/>
                </a:solidFill>
                <a:latin typeface="Arial"/>
                <a:ea typeface="Arial"/>
                <a:cs typeface="Arial"/>
                <a:sym typeface="Arial"/>
              </a:rPr>
              <a:t>10 seconds</a:t>
            </a:r>
            <a:r>
              <a:rPr b="0" i="0" lang="en-US" sz="1400" u="none" cap="none" strike="noStrike">
                <a:solidFill>
                  <a:srgbClr val="000000"/>
                </a:solidFill>
                <a:latin typeface="Arial"/>
                <a:ea typeface="Arial"/>
                <a:cs typeface="Arial"/>
                <a:sym typeface="Arial"/>
              </a:rPr>
              <a:t> due to Colab's debugger interacting with Python’s sys.settrace function.</a:t>
            </a:r>
            <a:endParaRPr/>
          </a:p>
          <a:p>
            <a:pPr indent="-285750" lvl="1" marL="742950" marR="0" rtl="0" algn="l">
              <a:lnSpc>
                <a:spcPct val="100000"/>
              </a:lnSpc>
              <a:spcBef>
                <a:spcPts val="0"/>
              </a:spcBef>
              <a:spcAft>
                <a:spcPts val="0"/>
              </a:spcAft>
              <a:buClr>
                <a:srgbClr val="000000"/>
              </a:buClr>
              <a:buSzPts val="1400"/>
              <a:buFont typeface="Arial"/>
              <a:buAutoNum type="arabicPeriod"/>
            </a:pPr>
            <a:r>
              <a:rPr b="0" i="0" lang="en-US" sz="1400" u="none" cap="none" strike="noStrike">
                <a:solidFill>
                  <a:srgbClr val="000000"/>
                </a:solidFill>
                <a:latin typeface="Arial"/>
                <a:ea typeface="Arial"/>
                <a:cs typeface="Arial"/>
                <a:sym typeface="Arial"/>
              </a:rPr>
              <a:t>If it runs slow initially, </a:t>
            </a:r>
            <a:r>
              <a:rPr b="1" i="0" lang="en-US" sz="1400" u="none" cap="none" strike="noStrike">
                <a:solidFill>
                  <a:srgbClr val="000000"/>
                </a:solidFill>
                <a:latin typeface="Arial"/>
                <a:ea typeface="Arial"/>
                <a:cs typeface="Arial"/>
                <a:sym typeface="Arial"/>
              </a:rPr>
              <a:t>run the cell again</a:t>
            </a:r>
            <a:r>
              <a:rPr b="0" i="0" lang="en-US" sz="1400" u="none" cap="none" strike="noStrike">
                <a:solidFill>
                  <a:srgbClr val="000000"/>
                </a:solidFill>
                <a:latin typeface="Arial"/>
                <a:ea typeface="Arial"/>
                <a:cs typeface="Arial"/>
                <a:sym typeface="Arial"/>
              </a:rPr>
              <a:t>, and it should work fine.</a:t>
            </a:r>
            <a:endParaRPr/>
          </a:p>
        </p:txBody>
      </p:sp>
      <p:pic>
        <p:nvPicPr>
          <p:cNvPr descr="A close-up of a website&#10;&#10;AI-generated content may be incorrect." id="108" name="Google Shape;108;p6"/>
          <p:cNvPicPr preferRelativeResize="0"/>
          <p:nvPr/>
        </p:nvPicPr>
        <p:blipFill rotWithShape="1">
          <a:blip r:embed="rId4">
            <a:alphaModFix/>
          </a:blip>
          <a:srcRect b="0" l="0" r="0" t="0"/>
          <a:stretch/>
        </p:blipFill>
        <p:spPr>
          <a:xfrm>
            <a:off x="1702689" y="1647684"/>
            <a:ext cx="2869311" cy="69389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6FA"/>
        </a:solidFill>
      </p:bgPr>
    </p:bg>
    <p:spTree>
      <p:nvGrpSpPr>
        <p:cNvPr id="112" name="Shape 112"/>
        <p:cNvGrpSpPr/>
        <p:nvPr/>
      </p:nvGrpSpPr>
      <p:grpSpPr>
        <a:xfrm>
          <a:off x="0" y="0"/>
          <a:ext cx="0" cy="0"/>
          <a:chOff x="0" y="0"/>
          <a:chExt cx="0" cy="0"/>
        </a:xfrm>
      </p:grpSpPr>
      <p:pic>
        <p:nvPicPr>
          <p:cNvPr id="113" name="Google Shape;113;p7"/>
          <p:cNvPicPr preferRelativeResize="0"/>
          <p:nvPr/>
        </p:nvPicPr>
        <p:blipFill rotWithShape="1">
          <a:blip r:embed="rId3">
            <a:alphaModFix amt="60000"/>
          </a:blip>
          <a:srcRect b="0" l="0" r="0" t="0"/>
          <a:stretch/>
        </p:blipFill>
        <p:spPr>
          <a:xfrm>
            <a:off x="3544650" y="177900"/>
            <a:ext cx="5408998" cy="2939569"/>
          </a:xfrm>
          <a:prstGeom prst="rect">
            <a:avLst/>
          </a:prstGeom>
          <a:noFill/>
          <a:ln>
            <a:noFill/>
          </a:ln>
        </p:spPr>
      </p:pic>
      <p:sp>
        <p:nvSpPr>
          <p:cNvPr id="114" name="Google Shape;114;p7"/>
          <p:cNvSpPr txBox="1"/>
          <p:nvPr>
            <p:ph type="title"/>
          </p:nvPr>
        </p:nvSpPr>
        <p:spPr>
          <a:xfrm>
            <a:off x="872950" y="122160"/>
            <a:ext cx="6707400" cy="494528"/>
          </a:xfrm>
          <a:prstGeom prst="rect">
            <a:avLst/>
          </a:prstGeom>
          <a:noFill/>
          <a:ln>
            <a:noFill/>
          </a:ln>
        </p:spPr>
        <p:txBody>
          <a:bodyPr anchorCtr="0" anchor="t" bIns="91425" lIns="91425" spcFirstLastPara="1" rIns="91425" wrap="square" tIns="91425">
            <a:noAutofit/>
          </a:bodyPr>
          <a:lstStyle/>
          <a:p>
            <a:pPr indent="0" lvl="0" marL="0" rtl="1" algn="l">
              <a:lnSpc>
                <a:spcPct val="100000"/>
              </a:lnSpc>
              <a:spcBef>
                <a:spcPts val="0"/>
              </a:spcBef>
              <a:spcAft>
                <a:spcPts val="0"/>
              </a:spcAft>
              <a:buClr>
                <a:srgbClr val="543198"/>
              </a:buClr>
              <a:buSzPts val="2500"/>
              <a:buNone/>
            </a:pPr>
            <a:r>
              <a:rPr lang="en-US" sz="3200"/>
              <a:t>Profiling per function</a:t>
            </a:r>
            <a:endParaRPr/>
          </a:p>
        </p:txBody>
      </p:sp>
      <p:pic>
        <p:nvPicPr>
          <p:cNvPr descr="A screenshot of a computer code&#10;&#10;AI-generated content may be incorrect." id="115" name="Google Shape;115;p7"/>
          <p:cNvPicPr preferRelativeResize="0"/>
          <p:nvPr/>
        </p:nvPicPr>
        <p:blipFill rotWithShape="1">
          <a:blip r:embed="rId4">
            <a:alphaModFix/>
          </a:blip>
          <a:srcRect b="0" l="0" r="0" t="0"/>
          <a:stretch/>
        </p:blipFill>
        <p:spPr>
          <a:xfrm>
            <a:off x="1279906" y="885684"/>
            <a:ext cx="4279900" cy="1524000"/>
          </a:xfrm>
          <a:prstGeom prst="rect">
            <a:avLst/>
          </a:prstGeom>
          <a:noFill/>
          <a:ln>
            <a:noFill/>
          </a:ln>
        </p:spPr>
      </p:pic>
      <p:pic>
        <p:nvPicPr>
          <p:cNvPr id="116" name="Google Shape;116;p7"/>
          <p:cNvPicPr preferRelativeResize="0"/>
          <p:nvPr/>
        </p:nvPicPr>
        <p:blipFill rotWithShape="1">
          <a:blip r:embed="rId5">
            <a:alphaModFix/>
          </a:blip>
          <a:srcRect b="0" l="0" r="0" t="0"/>
          <a:stretch/>
        </p:blipFill>
        <p:spPr>
          <a:xfrm>
            <a:off x="872950" y="2836418"/>
            <a:ext cx="6707400" cy="1918462"/>
          </a:xfrm>
          <a:prstGeom prst="rect">
            <a:avLst/>
          </a:prstGeom>
          <a:noFill/>
          <a:ln>
            <a:noFill/>
          </a:ln>
        </p:spPr>
      </p:pic>
      <p:sp>
        <p:nvSpPr>
          <p:cNvPr id="117" name="Google Shape;117;p7"/>
          <p:cNvSpPr txBox="1"/>
          <p:nvPr/>
        </p:nvSpPr>
        <p:spPr>
          <a:xfrm>
            <a:off x="1335024" y="2551176"/>
            <a:ext cx="418415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Pandas.profile gives the detail about each function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6FA"/>
        </a:solidFill>
      </p:bgPr>
    </p:bg>
    <p:spTree>
      <p:nvGrpSpPr>
        <p:cNvPr id="121" name="Shape 121"/>
        <p:cNvGrpSpPr/>
        <p:nvPr/>
      </p:nvGrpSpPr>
      <p:grpSpPr>
        <a:xfrm>
          <a:off x="0" y="0"/>
          <a:ext cx="0" cy="0"/>
          <a:chOff x="0" y="0"/>
          <a:chExt cx="0" cy="0"/>
        </a:xfrm>
      </p:grpSpPr>
      <p:pic>
        <p:nvPicPr>
          <p:cNvPr id="122" name="Google Shape;122;p35"/>
          <p:cNvPicPr preferRelativeResize="0"/>
          <p:nvPr/>
        </p:nvPicPr>
        <p:blipFill rotWithShape="1">
          <a:blip r:embed="rId3">
            <a:alphaModFix amt="60000"/>
          </a:blip>
          <a:srcRect b="0" l="0" r="0" t="0"/>
          <a:stretch/>
        </p:blipFill>
        <p:spPr>
          <a:xfrm>
            <a:off x="3544650" y="177900"/>
            <a:ext cx="5408998" cy="2939569"/>
          </a:xfrm>
          <a:prstGeom prst="rect">
            <a:avLst/>
          </a:prstGeom>
          <a:noFill/>
          <a:ln>
            <a:noFill/>
          </a:ln>
        </p:spPr>
      </p:pic>
      <p:sp>
        <p:nvSpPr>
          <p:cNvPr id="123" name="Google Shape;123;p35"/>
          <p:cNvSpPr txBox="1"/>
          <p:nvPr>
            <p:ph type="title"/>
          </p:nvPr>
        </p:nvSpPr>
        <p:spPr>
          <a:xfrm>
            <a:off x="872950" y="122160"/>
            <a:ext cx="6707400" cy="494528"/>
          </a:xfrm>
          <a:prstGeom prst="rect">
            <a:avLst/>
          </a:prstGeom>
          <a:noFill/>
          <a:ln>
            <a:noFill/>
          </a:ln>
        </p:spPr>
        <p:txBody>
          <a:bodyPr anchorCtr="0" anchor="t" bIns="91425" lIns="91425" spcFirstLastPara="1" rIns="91425" wrap="square" tIns="91425">
            <a:noAutofit/>
          </a:bodyPr>
          <a:lstStyle/>
          <a:p>
            <a:pPr indent="0" lvl="0" marL="0" rtl="1" algn="l">
              <a:lnSpc>
                <a:spcPct val="100000"/>
              </a:lnSpc>
              <a:spcBef>
                <a:spcPts val="0"/>
              </a:spcBef>
              <a:spcAft>
                <a:spcPts val="0"/>
              </a:spcAft>
              <a:buClr>
                <a:srgbClr val="543198"/>
              </a:buClr>
              <a:buSzPts val="2500"/>
              <a:buNone/>
            </a:pPr>
            <a:r>
              <a:rPr lang="en-US" sz="3200"/>
              <a:t>Profiling per line</a:t>
            </a:r>
            <a:endParaRPr/>
          </a:p>
        </p:txBody>
      </p:sp>
      <p:sp>
        <p:nvSpPr>
          <p:cNvPr id="124" name="Google Shape;124;p35"/>
          <p:cNvSpPr txBox="1"/>
          <p:nvPr/>
        </p:nvSpPr>
        <p:spPr>
          <a:xfrm>
            <a:off x="1289304" y="2358725"/>
            <a:ext cx="480131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Pandas.line.profile gives the detail about each line of code</a:t>
            </a:r>
            <a:endParaRPr/>
          </a:p>
        </p:txBody>
      </p:sp>
      <p:pic>
        <p:nvPicPr>
          <p:cNvPr id="125" name="Google Shape;125;p35"/>
          <p:cNvPicPr preferRelativeResize="0"/>
          <p:nvPr/>
        </p:nvPicPr>
        <p:blipFill rotWithShape="1">
          <a:blip r:embed="rId4">
            <a:alphaModFix/>
          </a:blip>
          <a:srcRect b="0" l="0" r="0" t="0"/>
          <a:stretch/>
        </p:blipFill>
        <p:spPr>
          <a:xfrm>
            <a:off x="872950" y="796301"/>
            <a:ext cx="4508500" cy="1536700"/>
          </a:xfrm>
          <a:prstGeom prst="rect">
            <a:avLst/>
          </a:prstGeom>
          <a:noFill/>
          <a:ln>
            <a:noFill/>
          </a:ln>
        </p:spPr>
      </p:pic>
      <p:pic>
        <p:nvPicPr>
          <p:cNvPr id="126" name="Google Shape;126;p35"/>
          <p:cNvPicPr preferRelativeResize="0"/>
          <p:nvPr/>
        </p:nvPicPr>
        <p:blipFill rotWithShape="1">
          <a:blip r:embed="rId5">
            <a:alphaModFix/>
          </a:blip>
          <a:srcRect b="0" l="0" r="0" t="0"/>
          <a:stretch/>
        </p:blipFill>
        <p:spPr>
          <a:xfrm>
            <a:off x="948182" y="2692226"/>
            <a:ext cx="6388100" cy="2349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6FA"/>
        </a:solidFill>
      </p:bgPr>
    </p:bg>
    <p:spTree>
      <p:nvGrpSpPr>
        <p:cNvPr id="130" name="Shape 130"/>
        <p:cNvGrpSpPr/>
        <p:nvPr/>
      </p:nvGrpSpPr>
      <p:grpSpPr>
        <a:xfrm>
          <a:off x="0" y="0"/>
          <a:ext cx="0" cy="0"/>
          <a:chOff x="0" y="0"/>
          <a:chExt cx="0" cy="0"/>
        </a:xfrm>
      </p:grpSpPr>
      <p:sp>
        <p:nvSpPr>
          <p:cNvPr id="131" name="Google Shape;131;p36"/>
          <p:cNvSpPr txBox="1"/>
          <p:nvPr>
            <p:ph type="title"/>
          </p:nvPr>
        </p:nvSpPr>
        <p:spPr>
          <a:xfrm>
            <a:off x="109728" y="122160"/>
            <a:ext cx="7854696" cy="494528"/>
          </a:xfrm>
          <a:prstGeom prst="rect">
            <a:avLst/>
          </a:prstGeom>
          <a:noFill/>
          <a:ln>
            <a:noFill/>
          </a:ln>
        </p:spPr>
        <p:txBody>
          <a:bodyPr anchorCtr="0" anchor="t" bIns="91425" lIns="91425" spcFirstLastPara="1" rIns="91425" wrap="square" tIns="91425">
            <a:noAutofit/>
          </a:bodyPr>
          <a:lstStyle/>
          <a:p>
            <a:pPr indent="0" lvl="0" marL="0" rtl="1" algn="l">
              <a:lnSpc>
                <a:spcPct val="100000"/>
              </a:lnSpc>
              <a:spcBef>
                <a:spcPts val="0"/>
              </a:spcBef>
              <a:spcAft>
                <a:spcPts val="0"/>
              </a:spcAft>
              <a:buClr>
                <a:srgbClr val="543198"/>
              </a:buClr>
              <a:buSzPts val="2500"/>
              <a:buNone/>
            </a:pPr>
            <a:r>
              <a:rPr lang="en-US" sz="3200"/>
              <a:t>Using Third-Party Libraries with cudf.pandas</a:t>
            </a:r>
            <a:br>
              <a:rPr lang="en-US" sz="3200"/>
            </a:br>
            <a:endParaRPr sz="3200"/>
          </a:p>
        </p:txBody>
      </p:sp>
      <p:sp>
        <p:nvSpPr>
          <p:cNvPr id="132" name="Google Shape;132;p36"/>
          <p:cNvSpPr txBox="1"/>
          <p:nvPr/>
        </p:nvSpPr>
        <p:spPr>
          <a:xfrm>
            <a:off x="258318" y="1647684"/>
            <a:ext cx="4649724" cy="2308324"/>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600"/>
              <a:buFont typeface="Noto Sans Symbols"/>
              <a:buChar char="⮚"/>
            </a:pPr>
            <a:r>
              <a:rPr b="0" i="0" lang="en-US" sz="1600" u="none" cap="none" strike="noStrike">
                <a:solidFill>
                  <a:srgbClr val="000000"/>
                </a:solidFill>
                <a:latin typeface="Arial"/>
                <a:ea typeface="Arial"/>
                <a:cs typeface="Arial"/>
                <a:sym typeface="Arial"/>
              </a:rPr>
              <a:t>The </a:t>
            </a:r>
            <a:r>
              <a:rPr b="1" i="0" lang="en-US" sz="1600" u="none" cap="none" strike="noStrike">
                <a:solidFill>
                  <a:srgbClr val="000000"/>
                </a:solidFill>
                <a:latin typeface="Arial"/>
                <a:ea typeface="Arial"/>
                <a:cs typeface="Arial"/>
                <a:sym typeface="Arial"/>
              </a:rPr>
              <a:t>cudf.pandas</a:t>
            </a:r>
            <a:r>
              <a:rPr b="0" i="0" lang="en-US" sz="1600" u="none" cap="none" strike="noStrike">
                <a:solidFill>
                  <a:srgbClr val="000000"/>
                </a:solidFill>
                <a:latin typeface="Arial"/>
                <a:ea typeface="Arial"/>
                <a:cs typeface="Arial"/>
                <a:sym typeface="Arial"/>
              </a:rPr>
              <a:t> module in RAPIDS </a:t>
            </a:r>
            <a:r>
              <a:rPr b="1" i="0" lang="en-US" sz="1600" u="none" cap="none" strike="noStrike">
                <a:solidFill>
                  <a:srgbClr val="000000"/>
                </a:solidFill>
                <a:latin typeface="Arial"/>
                <a:ea typeface="Arial"/>
                <a:cs typeface="Arial"/>
                <a:sym typeface="Arial"/>
              </a:rPr>
              <a:t>supports interoperability</a:t>
            </a:r>
            <a:r>
              <a:rPr b="0" i="0" lang="en-US" sz="1600" u="none" cap="none" strike="noStrike">
                <a:solidFill>
                  <a:srgbClr val="000000"/>
                </a:solidFill>
                <a:latin typeface="Arial"/>
                <a:ea typeface="Arial"/>
                <a:cs typeface="Arial"/>
                <a:sym typeface="Arial"/>
              </a:rPr>
              <a:t> with third-party Python libraries like </a:t>
            </a:r>
            <a:r>
              <a:rPr b="1" i="0" lang="en-US" sz="1600" u="none" cap="none" strike="noStrike">
                <a:solidFill>
                  <a:srgbClr val="000000"/>
                </a:solidFill>
                <a:latin typeface="Arial"/>
                <a:ea typeface="Arial"/>
                <a:cs typeface="Arial"/>
                <a:sym typeface="Arial"/>
              </a:rPr>
              <a:t>Plotly, Matplotlib, Seaborn, and Scikit-learn</a:t>
            </a:r>
            <a:r>
              <a:rPr b="0" i="0" lang="en-US" sz="1600" u="none" cap="none" strike="noStrike">
                <a:solidFill>
                  <a:srgbClr val="000000"/>
                </a:solidFill>
                <a:latin typeface="Arial"/>
                <a:ea typeface="Arial"/>
                <a:cs typeface="Arial"/>
                <a:sym typeface="Arial"/>
              </a:rPr>
              <a:t>. </a:t>
            </a:r>
            <a:endParaRPr/>
          </a:p>
          <a:p>
            <a:pPr indent="-184150" lvl="0" marL="285750" marR="0" rtl="0" algn="l">
              <a:lnSpc>
                <a:spcPct val="100000"/>
              </a:lnSpc>
              <a:spcBef>
                <a:spcPts val="0"/>
              </a:spcBef>
              <a:spcAft>
                <a:spcPts val="0"/>
              </a:spcAft>
              <a:buClr>
                <a:srgbClr val="000000"/>
              </a:buClr>
              <a:buSzPts val="1600"/>
              <a:buFont typeface="Noto Sans Symbols"/>
              <a:buNone/>
            </a:pPr>
            <a:r>
              <a:t/>
            </a:r>
            <a:endParaRPr b="0" i="0" sz="16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600"/>
              <a:buFont typeface="Noto Sans Symbols"/>
              <a:buChar char="⮚"/>
            </a:pPr>
            <a:r>
              <a:rPr b="0" i="0" lang="en-US" sz="1600" u="none" cap="none" strike="noStrike">
                <a:solidFill>
                  <a:srgbClr val="000000"/>
                </a:solidFill>
                <a:latin typeface="Arial"/>
                <a:ea typeface="Arial"/>
                <a:cs typeface="Arial"/>
                <a:sym typeface="Arial"/>
              </a:rPr>
              <a:t>This means you can pass </a:t>
            </a:r>
            <a:r>
              <a:rPr b="1" i="0" lang="en-US" sz="1600" u="none" cap="none" strike="noStrike">
                <a:solidFill>
                  <a:srgbClr val="000000"/>
                </a:solidFill>
                <a:latin typeface="Arial"/>
                <a:ea typeface="Arial"/>
                <a:cs typeface="Arial"/>
                <a:sym typeface="Arial"/>
              </a:rPr>
              <a:t>cuDF DataFrames</a:t>
            </a:r>
            <a:r>
              <a:rPr b="0" i="0" lang="en-US" sz="1600" u="none" cap="none" strike="noStrike">
                <a:solidFill>
                  <a:srgbClr val="000000"/>
                </a:solidFill>
                <a:latin typeface="Arial"/>
                <a:ea typeface="Arial"/>
                <a:cs typeface="Arial"/>
                <a:sym typeface="Arial"/>
              </a:rPr>
              <a:t> (which are optimized for GPU processing) to these libraries just like you would with standard </a:t>
            </a:r>
            <a:r>
              <a:rPr b="1" i="0" lang="en-US" sz="1600" u="none" cap="none" strike="noStrike">
                <a:solidFill>
                  <a:srgbClr val="000000"/>
                </a:solidFill>
                <a:latin typeface="Arial"/>
                <a:ea typeface="Arial"/>
                <a:cs typeface="Arial"/>
                <a:sym typeface="Arial"/>
              </a:rPr>
              <a:t>Pandas DataFrames</a:t>
            </a:r>
            <a:r>
              <a:rPr b="0" i="0" lang="en-US" sz="1600" u="none" cap="none" strike="noStrike">
                <a:solidFill>
                  <a:srgbClr val="000000"/>
                </a:solidFill>
                <a:latin typeface="Arial"/>
                <a:ea typeface="Arial"/>
                <a:cs typeface="Arial"/>
                <a:sym typeface="Arial"/>
              </a:rPr>
              <a:t>.</a:t>
            </a:r>
            <a:endParaRPr/>
          </a:p>
        </p:txBody>
      </p:sp>
      <p:pic>
        <p:nvPicPr>
          <p:cNvPr descr="Plotly - Wikipedia" id="133" name="Google Shape;133;p36"/>
          <p:cNvPicPr preferRelativeResize="0"/>
          <p:nvPr/>
        </p:nvPicPr>
        <p:blipFill rotWithShape="1">
          <a:blip r:embed="rId3">
            <a:alphaModFix/>
          </a:blip>
          <a:srcRect b="0" l="36930" r="2334" t="0"/>
          <a:stretch/>
        </p:blipFill>
        <p:spPr>
          <a:xfrm>
            <a:off x="5458968" y="1859585"/>
            <a:ext cx="3000502" cy="16383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6FA"/>
        </a:solidFill>
      </p:bgPr>
    </p:bg>
    <p:spTree>
      <p:nvGrpSpPr>
        <p:cNvPr id="137" name="Shape 137"/>
        <p:cNvGrpSpPr/>
        <p:nvPr/>
      </p:nvGrpSpPr>
      <p:grpSpPr>
        <a:xfrm>
          <a:off x="0" y="0"/>
          <a:ext cx="0" cy="0"/>
          <a:chOff x="0" y="0"/>
          <a:chExt cx="0" cy="0"/>
        </a:xfrm>
      </p:grpSpPr>
      <p:sp>
        <p:nvSpPr>
          <p:cNvPr id="138" name="Google Shape;138;p37"/>
          <p:cNvSpPr txBox="1"/>
          <p:nvPr>
            <p:ph type="title"/>
          </p:nvPr>
        </p:nvSpPr>
        <p:spPr>
          <a:xfrm>
            <a:off x="109728" y="122160"/>
            <a:ext cx="7854696" cy="494528"/>
          </a:xfrm>
          <a:prstGeom prst="rect">
            <a:avLst/>
          </a:prstGeom>
          <a:noFill/>
          <a:ln>
            <a:noFill/>
          </a:ln>
        </p:spPr>
        <p:txBody>
          <a:bodyPr anchorCtr="0" anchor="t" bIns="91425" lIns="91425" spcFirstLastPara="1" rIns="91425" wrap="square" tIns="91425">
            <a:noAutofit/>
          </a:bodyPr>
          <a:lstStyle/>
          <a:p>
            <a:pPr indent="0" lvl="0" marL="0" rtl="1" algn="l">
              <a:lnSpc>
                <a:spcPct val="100000"/>
              </a:lnSpc>
              <a:spcBef>
                <a:spcPts val="0"/>
              </a:spcBef>
              <a:spcAft>
                <a:spcPts val="0"/>
              </a:spcAft>
              <a:buClr>
                <a:srgbClr val="543198"/>
              </a:buClr>
              <a:buSzPts val="2500"/>
              <a:buNone/>
            </a:pPr>
            <a:r>
              <a:rPr lang="en-US" sz="3200"/>
              <a:t>Visualization with Plotly.express</a:t>
            </a:r>
            <a:br>
              <a:rPr lang="en-US" sz="3200"/>
            </a:br>
            <a:endParaRPr sz="3200"/>
          </a:p>
        </p:txBody>
      </p:sp>
      <p:pic>
        <p:nvPicPr>
          <p:cNvPr id="139" name="Google Shape;139;p37"/>
          <p:cNvPicPr preferRelativeResize="0"/>
          <p:nvPr/>
        </p:nvPicPr>
        <p:blipFill rotWithShape="1">
          <a:blip r:embed="rId3">
            <a:alphaModFix/>
          </a:blip>
          <a:srcRect b="0" l="0" r="0" t="0"/>
          <a:stretch/>
        </p:blipFill>
        <p:spPr>
          <a:xfrm>
            <a:off x="246888" y="1356359"/>
            <a:ext cx="7419086" cy="300532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6FA"/>
        </a:solidFill>
      </p:bgPr>
    </p:bg>
    <p:spTree>
      <p:nvGrpSpPr>
        <p:cNvPr id="143" name="Shape 143"/>
        <p:cNvGrpSpPr/>
        <p:nvPr/>
      </p:nvGrpSpPr>
      <p:grpSpPr>
        <a:xfrm>
          <a:off x="0" y="0"/>
          <a:ext cx="0" cy="0"/>
          <a:chOff x="0" y="0"/>
          <a:chExt cx="0" cy="0"/>
        </a:xfrm>
      </p:grpSpPr>
      <p:sp>
        <p:nvSpPr>
          <p:cNvPr id="144" name="Google Shape;144;p38"/>
          <p:cNvSpPr txBox="1"/>
          <p:nvPr>
            <p:ph type="title"/>
          </p:nvPr>
        </p:nvSpPr>
        <p:spPr>
          <a:xfrm>
            <a:off x="109728" y="122160"/>
            <a:ext cx="7854696" cy="494528"/>
          </a:xfrm>
          <a:prstGeom prst="rect">
            <a:avLst/>
          </a:prstGeom>
          <a:noFill/>
          <a:ln>
            <a:noFill/>
          </a:ln>
        </p:spPr>
        <p:txBody>
          <a:bodyPr anchorCtr="0" anchor="t" bIns="91425" lIns="91425" spcFirstLastPara="1" rIns="91425" wrap="square" tIns="91425">
            <a:noAutofit/>
          </a:bodyPr>
          <a:lstStyle/>
          <a:p>
            <a:pPr indent="0" lvl="0" marL="0" rtl="1" algn="ctr">
              <a:lnSpc>
                <a:spcPct val="100000"/>
              </a:lnSpc>
              <a:spcBef>
                <a:spcPts val="0"/>
              </a:spcBef>
              <a:spcAft>
                <a:spcPts val="0"/>
              </a:spcAft>
              <a:buSzPts val="2500"/>
              <a:buNone/>
            </a:pPr>
            <a:r>
              <a:rPr b="0" i="0" lang="en-US" sz="2000" u="none" strike="noStrike">
                <a:solidFill>
                  <a:srgbClr val="7030A0"/>
                </a:solidFill>
                <a:latin typeface="Roboto"/>
                <a:ea typeface="Roboto"/>
                <a:cs typeface="Roboto"/>
                <a:sym typeface="Roboto"/>
              </a:rPr>
              <a:t>Visualizing which states have more pickup trucks as compared to other vehicles?</a:t>
            </a:r>
            <a:br>
              <a:rPr b="0" i="0" lang="en-US" sz="2000" u="none" strike="noStrike">
                <a:solidFill>
                  <a:srgbClr val="1F1F1F"/>
                </a:solidFill>
                <a:latin typeface="Roboto"/>
                <a:ea typeface="Roboto"/>
                <a:cs typeface="Roboto"/>
                <a:sym typeface="Roboto"/>
              </a:rPr>
            </a:br>
            <a:br>
              <a:rPr lang="en-US" sz="3200"/>
            </a:br>
            <a:endParaRPr sz="3200"/>
          </a:p>
        </p:txBody>
      </p:sp>
      <p:pic>
        <p:nvPicPr>
          <p:cNvPr id="145" name="Google Shape;145;p38"/>
          <p:cNvPicPr preferRelativeResize="0"/>
          <p:nvPr/>
        </p:nvPicPr>
        <p:blipFill rotWithShape="1">
          <a:blip r:embed="rId3">
            <a:alphaModFix/>
          </a:blip>
          <a:srcRect b="0" l="0" r="0" t="0"/>
          <a:stretch/>
        </p:blipFill>
        <p:spPr>
          <a:xfrm>
            <a:off x="493776" y="1273556"/>
            <a:ext cx="7086600" cy="30353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6FA"/>
        </a:solidFill>
      </p:bgPr>
    </p:bg>
    <p:spTree>
      <p:nvGrpSpPr>
        <p:cNvPr id="149" name="Shape 149"/>
        <p:cNvGrpSpPr/>
        <p:nvPr/>
      </p:nvGrpSpPr>
      <p:grpSpPr>
        <a:xfrm>
          <a:off x="0" y="0"/>
          <a:ext cx="0" cy="0"/>
          <a:chOff x="0" y="0"/>
          <a:chExt cx="0" cy="0"/>
        </a:xfrm>
      </p:grpSpPr>
      <p:sp>
        <p:nvSpPr>
          <p:cNvPr id="150" name="Google Shape;150;p39"/>
          <p:cNvSpPr txBox="1"/>
          <p:nvPr>
            <p:ph type="title"/>
          </p:nvPr>
        </p:nvSpPr>
        <p:spPr>
          <a:xfrm>
            <a:off x="109728" y="122160"/>
            <a:ext cx="7854696" cy="494528"/>
          </a:xfrm>
          <a:prstGeom prst="rect">
            <a:avLst/>
          </a:prstGeom>
          <a:noFill/>
          <a:ln>
            <a:noFill/>
          </a:ln>
        </p:spPr>
        <p:txBody>
          <a:bodyPr anchorCtr="0" anchor="t" bIns="91425" lIns="91425" spcFirstLastPara="1" rIns="91425" wrap="square" tIns="91425">
            <a:noAutofit/>
          </a:bodyPr>
          <a:lstStyle/>
          <a:p>
            <a:pPr indent="0" lvl="0" marL="0" rtl="1" algn="ctr">
              <a:lnSpc>
                <a:spcPct val="100000"/>
              </a:lnSpc>
              <a:spcBef>
                <a:spcPts val="0"/>
              </a:spcBef>
              <a:spcAft>
                <a:spcPts val="0"/>
              </a:spcAft>
              <a:buSzPts val="2500"/>
              <a:buNone/>
            </a:pPr>
            <a:r>
              <a:rPr i="0" lang="en-US" sz="2400" u="none" strike="noStrike">
                <a:solidFill>
                  <a:srgbClr val="7030A0"/>
                </a:solidFill>
                <a:latin typeface="Arial"/>
                <a:ea typeface="Arial"/>
                <a:cs typeface="Arial"/>
                <a:sym typeface="Arial"/>
              </a:rPr>
              <a:t>Top 10 Most Common Violations</a:t>
            </a:r>
            <a:br>
              <a:rPr b="0" i="0" lang="en-US" sz="2000" u="none" strike="noStrike">
                <a:solidFill>
                  <a:srgbClr val="1F1F1F"/>
                </a:solidFill>
                <a:latin typeface="Roboto"/>
                <a:ea typeface="Roboto"/>
                <a:cs typeface="Roboto"/>
                <a:sym typeface="Roboto"/>
              </a:rPr>
            </a:br>
            <a:br>
              <a:rPr lang="en-US" sz="3200"/>
            </a:br>
            <a:endParaRPr sz="3200"/>
          </a:p>
        </p:txBody>
      </p:sp>
      <p:pic>
        <p:nvPicPr>
          <p:cNvPr id="151" name="Google Shape;151;p39"/>
          <p:cNvPicPr preferRelativeResize="0"/>
          <p:nvPr/>
        </p:nvPicPr>
        <p:blipFill rotWithShape="1">
          <a:blip r:embed="rId3">
            <a:alphaModFix/>
          </a:blip>
          <a:srcRect b="0" l="0" r="0" t="0"/>
          <a:stretch/>
        </p:blipFill>
        <p:spPr>
          <a:xfrm>
            <a:off x="292608" y="985472"/>
            <a:ext cx="7062978" cy="349508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6FA"/>
        </a:solidFill>
      </p:bgPr>
    </p:bg>
    <p:spTree>
      <p:nvGrpSpPr>
        <p:cNvPr id="155" name="Shape 155"/>
        <p:cNvGrpSpPr/>
        <p:nvPr/>
      </p:nvGrpSpPr>
      <p:grpSpPr>
        <a:xfrm>
          <a:off x="0" y="0"/>
          <a:ext cx="0" cy="0"/>
          <a:chOff x="0" y="0"/>
          <a:chExt cx="0" cy="0"/>
        </a:xfrm>
      </p:grpSpPr>
      <p:sp>
        <p:nvSpPr>
          <p:cNvPr id="156" name="Google Shape;156;p40"/>
          <p:cNvSpPr txBox="1"/>
          <p:nvPr>
            <p:ph type="title"/>
          </p:nvPr>
        </p:nvSpPr>
        <p:spPr>
          <a:xfrm>
            <a:off x="109728" y="122160"/>
            <a:ext cx="7854696" cy="494528"/>
          </a:xfrm>
          <a:prstGeom prst="rect">
            <a:avLst/>
          </a:prstGeom>
          <a:noFill/>
          <a:ln>
            <a:noFill/>
          </a:ln>
        </p:spPr>
        <p:txBody>
          <a:bodyPr anchorCtr="0" anchor="t" bIns="91425" lIns="91425" spcFirstLastPara="1" rIns="91425" wrap="square" tIns="91425">
            <a:noAutofit/>
          </a:bodyPr>
          <a:lstStyle/>
          <a:p>
            <a:pPr indent="0" lvl="0" marL="0" rtl="1" algn="ctr">
              <a:lnSpc>
                <a:spcPct val="100000"/>
              </a:lnSpc>
              <a:spcBef>
                <a:spcPts val="0"/>
              </a:spcBef>
              <a:spcAft>
                <a:spcPts val="0"/>
              </a:spcAft>
              <a:buSzPts val="2500"/>
              <a:buNone/>
            </a:pPr>
            <a:r>
              <a:rPr i="0" lang="en-US" sz="2400" u="none" strike="noStrike">
                <a:solidFill>
                  <a:srgbClr val="7030A0"/>
                </a:solidFill>
                <a:latin typeface="Arial"/>
                <a:ea typeface="Arial"/>
                <a:cs typeface="Arial"/>
                <a:sym typeface="Arial"/>
              </a:rPr>
              <a:t>Visualisation of Top 10 Most Common Violations</a:t>
            </a:r>
            <a:br>
              <a:rPr b="0" i="0" lang="en-US" sz="2000" u="none" strike="noStrike">
                <a:solidFill>
                  <a:srgbClr val="1F1F1F"/>
                </a:solidFill>
                <a:latin typeface="Roboto"/>
                <a:ea typeface="Roboto"/>
                <a:cs typeface="Roboto"/>
                <a:sym typeface="Roboto"/>
              </a:rPr>
            </a:br>
            <a:br>
              <a:rPr lang="en-US" sz="3200"/>
            </a:br>
            <a:endParaRPr sz="3200"/>
          </a:p>
        </p:txBody>
      </p:sp>
      <p:pic>
        <p:nvPicPr>
          <p:cNvPr id="157" name="Google Shape;157;p40"/>
          <p:cNvPicPr preferRelativeResize="0"/>
          <p:nvPr/>
        </p:nvPicPr>
        <p:blipFill rotWithShape="1">
          <a:blip r:embed="rId3">
            <a:alphaModFix/>
          </a:blip>
          <a:srcRect b="0" l="0" r="0" t="0"/>
          <a:stretch/>
        </p:blipFill>
        <p:spPr>
          <a:xfrm>
            <a:off x="274320" y="786385"/>
            <a:ext cx="8385048" cy="423495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6FA"/>
        </a:solidFill>
      </p:bgPr>
    </p:bg>
    <p:spTree>
      <p:nvGrpSpPr>
        <p:cNvPr id="161" name="Shape 161"/>
        <p:cNvGrpSpPr/>
        <p:nvPr/>
      </p:nvGrpSpPr>
      <p:grpSpPr>
        <a:xfrm>
          <a:off x="0" y="0"/>
          <a:ext cx="0" cy="0"/>
          <a:chOff x="0" y="0"/>
          <a:chExt cx="0" cy="0"/>
        </a:xfrm>
      </p:grpSpPr>
      <p:sp>
        <p:nvSpPr>
          <p:cNvPr id="162" name="Google Shape;162;p41"/>
          <p:cNvSpPr txBox="1"/>
          <p:nvPr>
            <p:ph type="title"/>
          </p:nvPr>
        </p:nvSpPr>
        <p:spPr>
          <a:xfrm>
            <a:off x="109728" y="122160"/>
            <a:ext cx="7854696" cy="494528"/>
          </a:xfrm>
          <a:prstGeom prst="rect">
            <a:avLst/>
          </a:prstGeom>
          <a:noFill/>
          <a:ln>
            <a:noFill/>
          </a:ln>
        </p:spPr>
        <p:txBody>
          <a:bodyPr anchorCtr="0" anchor="t" bIns="91425" lIns="91425" spcFirstLastPara="1" rIns="91425" wrap="square" tIns="91425">
            <a:noAutofit/>
          </a:bodyPr>
          <a:lstStyle/>
          <a:p>
            <a:pPr indent="0" lvl="0" marL="0" rtl="1" algn="ctr">
              <a:lnSpc>
                <a:spcPct val="100000"/>
              </a:lnSpc>
              <a:spcBef>
                <a:spcPts val="0"/>
              </a:spcBef>
              <a:spcAft>
                <a:spcPts val="0"/>
              </a:spcAft>
              <a:buSzPts val="2500"/>
              <a:buNone/>
            </a:pPr>
            <a:r>
              <a:rPr i="0" lang="en-US" sz="2400" u="none" strike="noStrike">
                <a:solidFill>
                  <a:srgbClr val="7030A0"/>
                </a:solidFill>
                <a:latin typeface="Arial"/>
                <a:ea typeface="Arial"/>
                <a:cs typeface="Arial"/>
                <a:sym typeface="Arial"/>
              </a:rPr>
              <a:t>Visualisation of Traffic violation by state</a:t>
            </a:r>
            <a:br>
              <a:rPr b="0" i="0" lang="en-US" sz="2000" u="none" strike="noStrike">
                <a:solidFill>
                  <a:srgbClr val="1F1F1F"/>
                </a:solidFill>
                <a:latin typeface="Roboto"/>
                <a:ea typeface="Roboto"/>
                <a:cs typeface="Roboto"/>
                <a:sym typeface="Roboto"/>
              </a:rPr>
            </a:br>
            <a:br>
              <a:rPr lang="en-US" sz="3200"/>
            </a:br>
            <a:endParaRPr sz="3200"/>
          </a:p>
        </p:txBody>
      </p:sp>
      <p:pic>
        <p:nvPicPr>
          <p:cNvPr id="163" name="Google Shape;163;p41"/>
          <p:cNvPicPr preferRelativeResize="0"/>
          <p:nvPr/>
        </p:nvPicPr>
        <p:blipFill rotWithShape="1">
          <a:blip r:embed="rId3">
            <a:alphaModFix/>
          </a:blip>
          <a:srcRect b="0" l="0" r="0" t="0"/>
          <a:stretch/>
        </p:blipFill>
        <p:spPr>
          <a:xfrm>
            <a:off x="54864" y="704807"/>
            <a:ext cx="8933688" cy="443869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6FA"/>
        </a:solidFill>
      </p:bgPr>
    </p:bg>
    <p:spTree>
      <p:nvGrpSpPr>
        <p:cNvPr id="167" name="Shape 167"/>
        <p:cNvGrpSpPr/>
        <p:nvPr/>
      </p:nvGrpSpPr>
      <p:grpSpPr>
        <a:xfrm>
          <a:off x="0" y="0"/>
          <a:ext cx="0" cy="0"/>
          <a:chOff x="0" y="0"/>
          <a:chExt cx="0" cy="0"/>
        </a:xfrm>
      </p:grpSpPr>
      <p:pic>
        <p:nvPicPr>
          <p:cNvPr id="168" name="Google Shape;168;p10"/>
          <p:cNvPicPr preferRelativeResize="0"/>
          <p:nvPr/>
        </p:nvPicPr>
        <p:blipFill rotWithShape="1">
          <a:blip r:embed="rId3">
            <a:alphaModFix amt="60000"/>
          </a:blip>
          <a:srcRect b="0" l="0" r="0" t="0"/>
          <a:stretch/>
        </p:blipFill>
        <p:spPr>
          <a:xfrm>
            <a:off x="3544650" y="177900"/>
            <a:ext cx="5408998" cy="2939569"/>
          </a:xfrm>
          <a:prstGeom prst="rect">
            <a:avLst/>
          </a:prstGeom>
          <a:noFill/>
          <a:ln>
            <a:noFill/>
          </a:ln>
        </p:spPr>
      </p:pic>
      <p:sp>
        <p:nvSpPr>
          <p:cNvPr id="169" name="Google Shape;169;p10"/>
          <p:cNvSpPr txBox="1"/>
          <p:nvPr>
            <p:ph type="title"/>
          </p:nvPr>
        </p:nvSpPr>
        <p:spPr>
          <a:xfrm>
            <a:off x="872950" y="122160"/>
            <a:ext cx="6984510" cy="494528"/>
          </a:xfrm>
          <a:prstGeom prst="rect">
            <a:avLst/>
          </a:prstGeom>
          <a:noFill/>
          <a:ln>
            <a:noFill/>
          </a:ln>
        </p:spPr>
        <p:txBody>
          <a:bodyPr anchorCtr="0" anchor="t" bIns="91425" lIns="91425" spcFirstLastPara="1" rIns="91425" wrap="square" tIns="91425">
            <a:noAutofit/>
          </a:bodyPr>
          <a:lstStyle/>
          <a:p>
            <a:pPr indent="0" lvl="0" marL="0" rtl="1" algn="l">
              <a:lnSpc>
                <a:spcPct val="100000"/>
              </a:lnSpc>
              <a:spcBef>
                <a:spcPts val="0"/>
              </a:spcBef>
              <a:spcAft>
                <a:spcPts val="0"/>
              </a:spcAft>
              <a:buClr>
                <a:srgbClr val="543198"/>
              </a:buClr>
              <a:buSzPts val="2500"/>
              <a:buNone/>
            </a:pPr>
            <a:r>
              <a:rPr lang="en-US" sz="3200">
                <a:latin typeface="Arial"/>
                <a:ea typeface="Arial"/>
                <a:cs typeface="Arial"/>
                <a:sym typeface="Arial"/>
              </a:rPr>
              <a:t>Recap</a:t>
            </a:r>
            <a:br>
              <a:rPr lang="en-US" sz="1600">
                <a:latin typeface="Arial"/>
                <a:ea typeface="Arial"/>
                <a:cs typeface="Arial"/>
                <a:sym typeface="Arial"/>
              </a:rPr>
            </a:br>
            <a:endParaRPr sz="3200"/>
          </a:p>
        </p:txBody>
      </p:sp>
      <p:sp>
        <p:nvSpPr>
          <p:cNvPr id="170" name="Google Shape;170;p10"/>
          <p:cNvSpPr txBox="1"/>
          <p:nvPr/>
        </p:nvSpPr>
        <p:spPr>
          <a:xfrm>
            <a:off x="190352" y="620135"/>
            <a:ext cx="8441584" cy="39703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88900" lvl="0" marL="0" marR="0" rtl="0" algn="l">
              <a:lnSpc>
                <a:spcPct val="100000"/>
              </a:lnSpc>
              <a:spcBef>
                <a:spcPts val="0"/>
              </a:spcBef>
              <a:spcAft>
                <a:spcPts val="0"/>
              </a:spcAft>
              <a:buClr>
                <a:srgbClr val="000000"/>
              </a:buClr>
              <a:buSzPts val="1400"/>
              <a:buFont typeface="Arial"/>
              <a:buAutoNum type="arabicPeriod"/>
            </a:pPr>
            <a:r>
              <a:rPr b="1" i="0" lang="en-US" sz="1400" u="none" cap="none" strike="noStrike">
                <a:solidFill>
                  <a:srgbClr val="000000"/>
                </a:solidFill>
                <a:latin typeface="Arial"/>
                <a:ea typeface="Arial"/>
                <a:cs typeface="Arial"/>
                <a:sym typeface="Arial"/>
              </a:rPr>
              <a:t>Understanding cudf.pandas</a:t>
            </a:r>
            <a:r>
              <a:rPr b="0" i="0" lang="en-US" sz="1400" u="none" cap="none" strike="noStrike">
                <a:solidFill>
                  <a:srgbClr val="000000"/>
                </a:solidFill>
                <a:latin typeface="Arial"/>
                <a:ea typeface="Arial"/>
                <a:cs typeface="Arial"/>
                <a:sym typeface="Arial"/>
              </a:rPr>
              <a:t> – It enables Pandas-like operations while leveraging GPU acceleration for faster data processing.</a:t>
            </a:r>
            <a:endParaRPr/>
          </a:p>
          <a:p>
            <a:pPr indent="-88900" lvl="0" marL="0" marR="0" rtl="0" algn="l">
              <a:lnSpc>
                <a:spcPct val="100000"/>
              </a:lnSpc>
              <a:spcBef>
                <a:spcPts val="0"/>
              </a:spcBef>
              <a:spcAft>
                <a:spcPts val="0"/>
              </a:spcAft>
              <a:buClr>
                <a:srgbClr val="000000"/>
              </a:buClr>
              <a:buSzPts val="1400"/>
              <a:buFont typeface="Arial"/>
              <a:buAutoNum type="arabicPeriod"/>
            </a:pPr>
            <a:r>
              <a:rPr b="1" i="0" lang="en-US" sz="1400" u="none" cap="none" strike="noStrike">
                <a:solidFill>
                  <a:srgbClr val="000000"/>
                </a:solidFill>
                <a:latin typeface="Arial"/>
                <a:ea typeface="Arial"/>
                <a:cs typeface="Arial"/>
                <a:sym typeface="Arial"/>
              </a:rPr>
              <a:t>Third-Party Library Compatibility</a:t>
            </a:r>
            <a:r>
              <a:rPr b="0" i="0" lang="en-US" sz="1400" u="none" cap="none" strike="noStrike">
                <a:solidFill>
                  <a:srgbClr val="000000"/>
                </a:solidFill>
                <a:latin typeface="Arial"/>
                <a:ea typeface="Arial"/>
                <a:cs typeface="Arial"/>
                <a:sym typeface="Arial"/>
              </a:rPr>
              <a:t> – cudf.pandas allows seamless integration with libraries like Plotly but requires converting cuDF DataFrames to Pandas before visualization.</a:t>
            </a:r>
            <a:endParaRPr/>
          </a:p>
          <a:p>
            <a:pPr indent="-88900" lvl="0" marL="0" marR="0" rtl="0" algn="l">
              <a:lnSpc>
                <a:spcPct val="100000"/>
              </a:lnSpc>
              <a:spcBef>
                <a:spcPts val="0"/>
              </a:spcBef>
              <a:spcAft>
                <a:spcPts val="0"/>
              </a:spcAft>
              <a:buClr>
                <a:srgbClr val="000000"/>
              </a:buClr>
              <a:buSzPts val="1400"/>
              <a:buFont typeface="Arial"/>
              <a:buAutoNum type="arabicPeriod"/>
            </a:pPr>
            <a:r>
              <a:rPr b="1" i="0" lang="en-US" sz="1400" u="none" cap="none" strike="noStrike">
                <a:solidFill>
                  <a:srgbClr val="000000"/>
                </a:solidFill>
                <a:latin typeface="Arial"/>
                <a:ea typeface="Arial"/>
                <a:cs typeface="Arial"/>
                <a:sym typeface="Arial"/>
              </a:rPr>
              <a:t>Profiling with cudf.pandas.profile</a:t>
            </a:r>
            <a:r>
              <a:rPr b="0" i="0" lang="en-US" sz="1400" u="none" cap="none" strike="noStrike">
                <a:solidFill>
                  <a:srgbClr val="000000"/>
                </a:solidFill>
                <a:latin typeface="Arial"/>
                <a:ea typeface="Arial"/>
                <a:cs typeface="Arial"/>
                <a:sym typeface="Arial"/>
              </a:rPr>
              <a:t> – Profiling tools help identify whether operations run on the CPU or GPU, allowing for optimization.</a:t>
            </a:r>
            <a:endParaRPr/>
          </a:p>
          <a:p>
            <a:pPr indent="-88900" lvl="0" marL="0" marR="0" rtl="0" algn="l">
              <a:lnSpc>
                <a:spcPct val="100000"/>
              </a:lnSpc>
              <a:spcBef>
                <a:spcPts val="0"/>
              </a:spcBef>
              <a:spcAft>
                <a:spcPts val="0"/>
              </a:spcAft>
              <a:buClr>
                <a:srgbClr val="000000"/>
              </a:buClr>
              <a:buSzPts val="1400"/>
              <a:buFont typeface="Arial"/>
              <a:buAutoNum type="arabicPeriod"/>
            </a:pPr>
            <a:r>
              <a:rPr b="1" i="0" lang="en-US" sz="1400" u="none" cap="none" strike="noStrike">
                <a:solidFill>
                  <a:srgbClr val="000000"/>
                </a:solidFill>
                <a:latin typeface="Arial"/>
                <a:ea typeface="Arial"/>
                <a:cs typeface="Arial"/>
                <a:sym typeface="Arial"/>
              </a:rPr>
              <a:t>Optimizing Performance</a:t>
            </a:r>
            <a:r>
              <a:rPr b="0" i="0" lang="en-US" sz="1400" u="none" cap="none" strike="noStrike">
                <a:solidFill>
                  <a:srgbClr val="000000"/>
                </a:solidFill>
                <a:latin typeface="Arial"/>
                <a:ea typeface="Arial"/>
                <a:cs typeface="Arial"/>
                <a:sym typeface="Arial"/>
              </a:rPr>
              <a:t> – When using GPU-accelerated pandas libraries, functions like apply() can sometimes result in CPU execution if the applied function is not GPU-compatible. In such cases, if possible, replacing apply() with equivalent vectorized GPU operations can lead to significant performance improvements.</a:t>
            </a:r>
            <a:endParaRPr/>
          </a:p>
          <a:p>
            <a:pPr indent="-88900" lvl="0" marL="0" marR="0" rtl="0" algn="l">
              <a:lnSpc>
                <a:spcPct val="100000"/>
              </a:lnSpc>
              <a:spcBef>
                <a:spcPts val="0"/>
              </a:spcBef>
              <a:spcAft>
                <a:spcPts val="0"/>
              </a:spcAft>
              <a:buClr>
                <a:srgbClr val="000000"/>
              </a:buClr>
              <a:buSzPts val="1400"/>
              <a:buFont typeface="Arial"/>
              <a:buAutoNum type="arabicPeriod"/>
            </a:pPr>
            <a:r>
              <a:rPr b="1" i="0" lang="en-US" sz="1400" u="none" cap="none" strike="noStrike">
                <a:solidFill>
                  <a:srgbClr val="000000"/>
                </a:solidFill>
                <a:latin typeface="Arial"/>
                <a:ea typeface="Arial"/>
                <a:cs typeface="Arial"/>
                <a:sym typeface="Arial"/>
              </a:rPr>
              <a:t>GPU vs. CPU Execution</a:t>
            </a:r>
            <a:r>
              <a:rPr b="0" i="0" lang="en-US" sz="1400" u="none" cap="none" strike="noStrike">
                <a:solidFill>
                  <a:srgbClr val="000000"/>
                </a:solidFill>
                <a:latin typeface="Arial"/>
                <a:ea typeface="Arial"/>
                <a:cs typeface="Arial"/>
                <a:sym typeface="Arial"/>
              </a:rPr>
              <a:t> – Operations like groupby(), mean(), and arithmetic calculations are GPU-optimized, while functions like apply() may require manual optimization.</a:t>
            </a:r>
            <a:endParaRPr/>
          </a:p>
          <a:p>
            <a:pPr indent="-88900" lvl="0" marL="0" marR="0" rtl="0" algn="l">
              <a:lnSpc>
                <a:spcPct val="100000"/>
              </a:lnSpc>
              <a:spcBef>
                <a:spcPts val="0"/>
              </a:spcBef>
              <a:spcAft>
                <a:spcPts val="0"/>
              </a:spcAft>
              <a:buClr>
                <a:srgbClr val="000000"/>
              </a:buClr>
              <a:buSzPts val="1400"/>
              <a:buFont typeface="Arial"/>
              <a:buAutoNum type="arabicPeriod"/>
            </a:pPr>
            <a:r>
              <a:rPr b="1" i="0" lang="en-US" sz="1400" u="none" cap="none" strike="noStrike">
                <a:solidFill>
                  <a:srgbClr val="000000"/>
                </a:solidFill>
                <a:latin typeface="Arial"/>
                <a:ea typeface="Arial"/>
                <a:cs typeface="Arial"/>
                <a:sym typeface="Arial"/>
              </a:rPr>
              <a:t>Reducing to_pandas() Calls</a:t>
            </a:r>
            <a:r>
              <a:rPr b="0" i="0" lang="en-US" sz="1400" u="none" cap="none" strike="noStrike">
                <a:solidFill>
                  <a:srgbClr val="000000"/>
                </a:solidFill>
                <a:latin typeface="Arial"/>
                <a:ea typeface="Arial"/>
                <a:cs typeface="Arial"/>
                <a:sym typeface="Arial"/>
              </a:rPr>
              <a:t> – Avoid unnecessary conversions from cuDF to Pandas to prevent performance bottlenecks in large datasets.</a:t>
            </a:r>
            <a:endParaRPr/>
          </a:p>
          <a:p>
            <a:pPr indent="-88900" lvl="0" marL="0" marR="0" rtl="0" algn="l">
              <a:lnSpc>
                <a:spcPct val="100000"/>
              </a:lnSpc>
              <a:spcBef>
                <a:spcPts val="0"/>
              </a:spcBef>
              <a:spcAft>
                <a:spcPts val="0"/>
              </a:spcAft>
              <a:buClr>
                <a:srgbClr val="000000"/>
              </a:buClr>
              <a:buSzPts val="1400"/>
              <a:buFont typeface="Arial"/>
              <a:buAutoNum type="arabicPeriod"/>
            </a:pPr>
            <a:r>
              <a:rPr b="1" i="0" lang="en-US" sz="1400" u="none" cap="none" strike="noStrike">
                <a:solidFill>
                  <a:srgbClr val="000000"/>
                </a:solidFill>
                <a:latin typeface="Arial"/>
                <a:ea typeface="Arial"/>
                <a:cs typeface="Arial"/>
                <a:sym typeface="Arial"/>
              </a:rPr>
              <a:t>Best Practices for cuDF Optimization</a:t>
            </a:r>
            <a:r>
              <a:rPr b="0" i="0" lang="en-US" sz="1400" u="none" cap="none" strike="noStrike">
                <a:solidFill>
                  <a:srgbClr val="000000"/>
                </a:solidFill>
                <a:latin typeface="Arial"/>
                <a:ea typeface="Arial"/>
                <a:cs typeface="Arial"/>
                <a:sym typeface="Arial"/>
              </a:rPr>
              <a:t> – Use built-in cuDF functions, avoid explicit loops, and prefer vectorized operations for efficient data processing.</a:t>
            </a:r>
            <a:endParaRPr/>
          </a:p>
          <a:p>
            <a:pPr indent="-88900" lvl="0" marL="0" marR="0" rtl="0" algn="l">
              <a:lnSpc>
                <a:spcPct val="100000"/>
              </a:lnSpc>
              <a:spcBef>
                <a:spcPts val="0"/>
              </a:spcBef>
              <a:spcAft>
                <a:spcPts val="0"/>
              </a:spcAft>
              <a:buClr>
                <a:srgbClr val="000000"/>
              </a:buClr>
              <a:buSzPts val="1400"/>
              <a:buFont typeface="Arial"/>
              <a:buAutoNum type="arabicPeriod"/>
            </a:pPr>
            <a:r>
              <a:rPr b="1" i="0" lang="en-US" sz="1400" u="none" cap="none" strike="noStrike">
                <a:solidFill>
                  <a:srgbClr val="000000"/>
                </a:solidFill>
                <a:latin typeface="Arial"/>
                <a:ea typeface="Arial"/>
                <a:cs typeface="Arial"/>
                <a:sym typeface="Arial"/>
              </a:rPr>
              <a:t>Debugging Performance Issues</a:t>
            </a:r>
            <a:r>
              <a:rPr b="0" i="0" lang="en-US" sz="1400" u="none" cap="none" strike="noStrike">
                <a:solidFill>
                  <a:srgbClr val="000000"/>
                </a:solidFill>
                <a:latin typeface="Arial"/>
                <a:ea typeface="Arial"/>
                <a:cs typeface="Arial"/>
                <a:sym typeface="Arial"/>
              </a:rPr>
              <a:t> – Profiling reports help pinpoint slow operations, guiding developers to replace inefficient CPU-based functions with GPU-accelerated alternatives.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9"/>
          <p:cNvSpPr txBox="1"/>
          <p:nvPr>
            <p:ph type="title"/>
          </p:nvPr>
        </p:nvSpPr>
        <p:spPr>
          <a:xfrm>
            <a:off x="2385150" y="435437"/>
            <a:ext cx="4810448" cy="627900"/>
          </a:xfrm>
          <a:prstGeom prst="rect">
            <a:avLst/>
          </a:prstGeom>
          <a:noFill/>
          <a:ln>
            <a:noFill/>
          </a:ln>
        </p:spPr>
        <p:txBody>
          <a:bodyPr anchorCtr="0" anchor="t" bIns="91425" lIns="91425" spcFirstLastPara="1" rIns="91425" wrap="square" tIns="91425">
            <a:normAutofit/>
          </a:bodyPr>
          <a:lstStyle/>
          <a:p>
            <a:pPr indent="0" lvl="0" marL="0" rtl="1" algn="l">
              <a:lnSpc>
                <a:spcPct val="100000"/>
              </a:lnSpc>
              <a:spcBef>
                <a:spcPts val="0"/>
              </a:spcBef>
              <a:spcAft>
                <a:spcPts val="0"/>
              </a:spcAft>
              <a:buClr>
                <a:srgbClr val="543198"/>
              </a:buClr>
              <a:buSzPts val="2500"/>
              <a:buNone/>
            </a:pPr>
            <a:r>
              <a:rPr lang="en-US"/>
              <a:t>Practical Implementation</a:t>
            </a:r>
            <a:endParaRPr/>
          </a:p>
        </p:txBody>
      </p:sp>
      <p:pic>
        <p:nvPicPr>
          <p:cNvPr id="176" name="Google Shape;176;p19"/>
          <p:cNvPicPr preferRelativeResize="0"/>
          <p:nvPr/>
        </p:nvPicPr>
        <p:blipFill rotWithShape="1">
          <a:blip r:embed="rId3">
            <a:alphaModFix/>
          </a:blip>
          <a:srcRect b="0" l="0" r="0" t="0"/>
          <a:stretch/>
        </p:blipFill>
        <p:spPr>
          <a:xfrm>
            <a:off x="2570595" y="1866632"/>
            <a:ext cx="3048000" cy="1828800"/>
          </a:xfrm>
          <a:prstGeom prst="rect">
            <a:avLst/>
          </a:prstGeom>
          <a:noFill/>
          <a:ln>
            <a:noFill/>
          </a:ln>
        </p:spPr>
      </p:pic>
      <p:sp>
        <p:nvSpPr>
          <p:cNvPr id="177" name="Google Shape;177;p19"/>
          <p:cNvSpPr txBox="1"/>
          <p:nvPr>
            <p:ph idx="1" type="body"/>
          </p:nvPr>
        </p:nvSpPr>
        <p:spPr>
          <a:xfrm>
            <a:off x="1366268" y="1347355"/>
            <a:ext cx="6028200" cy="1757400"/>
          </a:xfrm>
          <a:prstGeom prst="rect">
            <a:avLst/>
          </a:prstGeom>
          <a:noFill/>
          <a:ln>
            <a:noFill/>
          </a:ln>
        </p:spPr>
        <p:txBody>
          <a:bodyPr anchorCtr="0" anchor="t" bIns="91425" lIns="91425" spcFirstLastPara="1" rIns="91425" wrap="square" tIns="91425">
            <a:normAutofit/>
          </a:bodyPr>
          <a:lstStyle/>
          <a:p>
            <a:pPr indent="0" lvl="0" marL="114300" marR="0" rtl="0" algn="l">
              <a:lnSpc>
                <a:spcPct val="115000"/>
              </a:lnSpc>
              <a:spcBef>
                <a:spcPts val="0"/>
              </a:spcBef>
              <a:spcAft>
                <a:spcPts val="0"/>
              </a:spcAft>
              <a:buClr>
                <a:srgbClr val="424242"/>
              </a:buClr>
              <a:buSzPts val="1800"/>
              <a:buNone/>
            </a:pPr>
            <a:r>
              <a:rPr lang="en-US" u="sng">
                <a:solidFill>
                  <a:schemeClr val="hlink"/>
                </a:solidFill>
                <a:hlinkClick r:id="rId4"/>
              </a:rPr>
              <a:t>Click on the link below to go to Google COLAB</a:t>
            </a:r>
            <a:endParaRPr/>
          </a:p>
        </p:txBody>
      </p:sp>
      <p:sp>
        <p:nvSpPr>
          <p:cNvPr id="178" name="Google Shape;178;p19"/>
          <p:cNvSpPr txBox="1"/>
          <p:nvPr/>
        </p:nvSpPr>
        <p:spPr>
          <a:xfrm>
            <a:off x="0" y="3796145"/>
            <a:ext cx="901721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sng" cap="none" strike="noStrike">
                <a:solidFill>
                  <a:srgbClr val="000000"/>
                </a:solidFill>
                <a:latin typeface="Arial"/>
                <a:ea typeface="Arial"/>
                <a:cs typeface="Arial"/>
                <a:sym typeface="Arial"/>
                <a:hlinkClick r:id="rId5">
                  <a:extLst>
                    <a:ext uri="{A12FA001-AC4F-418D-AE19-62706E023703}">
                      <ahyp:hlinkClr val="tx"/>
                    </a:ext>
                  </a:extLst>
                </a:hlinkClick>
              </a:rPr>
              <a:t>https://colab.research.google.com/drive/1T_IhHxkapwa6vTlOompAo5oHzCYFXDmM - scrollTo=pyVNtGUhtFs5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1"/>
          <p:cNvSpPr txBox="1"/>
          <p:nvPr>
            <p:ph type="title"/>
          </p:nvPr>
        </p:nvSpPr>
        <p:spPr>
          <a:xfrm>
            <a:off x="5548225" y="2230950"/>
            <a:ext cx="3062100" cy="681600"/>
          </a:xfrm>
          <a:prstGeom prst="rect">
            <a:avLst/>
          </a:prstGeom>
          <a:noFill/>
          <a:ln>
            <a:noFill/>
          </a:ln>
        </p:spPr>
        <p:txBody>
          <a:bodyPr anchorCtr="0" anchor="b" bIns="91425" lIns="91425" spcFirstLastPara="1" rIns="91425" wrap="square" tIns="91425">
            <a:normAutofit fontScale="90000"/>
          </a:bodyPr>
          <a:lstStyle/>
          <a:p>
            <a:pPr indent="0" lvl="0" marL="0" rtl="0" algn="r">
              <a:lnSpc>
                <a:spcPct val="100000"/>
              </a:lnSpc>
              <a:spcBef>
                <a:spcPts val="0"/>
              </a:spcBef>
              <a:spcAft>
                <a:spcPts val="0"/>
              </a:spcAft>
              <a:buSzPct val="333333"/>
              <a:buNone/>
            </a:pPr>
            <a:r>
              <a:rPr b="1" lang="en-US" sz="4000">
                <a:solidFill>
                  <a:schemeClr val="lt1"/>
                </a:solidFill>
                <a:latin typeface="IBM Plex Sans Arabic"/>
                <a:ea typeface="IBM Plex Sans Arabic"/>
                <a:cs typeface="IBM Plex Sans Arabic"/>
                <a:sym typeface="IBM Plex Sans Arabic"/>
              </a:rPr>
              <a:t>شــــــكــــرًا لكــــــم</a:t>
            </a:r>
            <a:endParaRPr b="1" sz="4000">
              <a:solidFill>
                <a:schemeClr val="lt1"/>
              </a:solidFill>
              <a:latin typeface="IBM Plex Sans Arabic"/>
              <a:ea typeface="IBM Plex Sans Arabic"/>
              <a:cs typeface="IBM Plex Sans Arabic"/>
              <a:sym typeface="IBM Plex Sans Arabic"/>
            </a:endParaRPr>
          </a:p>
        </p:txBody>
      </p:sp>
      <p:sp>
        <p:nvSpPr>
          <p:cNvPr id="184" name="Google Shape;184;p21"/>
          <p:cNvSpPr txBox="1"/>
          <p:nvPr>
            <p:ph idx="4294967295" type="ctrTitle"/>
          </p:nvPr>
        </p:nvSpPr>
        <p:spPr>
          <a:xfrm>
            <a:off x="4166050" y="2870075"/>
            <a:ext cx="4444200" cy="576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4F29B7"/>
              </a:buClr>
              <a:buSzPts val="990"/>
              <a:buFont typeface="IBM Plex Sans Arabic Medium"/>
              <a:buNone/>
            </a:pPr>
            <a:r>
              <a:rPr b="1" i="0" lang="en-US" sz="2900" u="none" cap="none" strike="noStrike">
                <a:solidFill>
                  <a:schemeClr val="lt1"/>
                </a:solidFill>
                <a:latin typeface="IBM Plex Sans Arabic"/>
                <a:ea typeface="IBM Plex Sans Arabic"/>
                <a:cs typeface="IBM Plex Sans Arabic"/>
                <a:sym typeface="IBM Plex Sans Arabic"/>
              </a:rPr>
              <a:t>THANK YOU</a:t>
            </a:r>
            <a:endParaRPr b="1" i="0" sz="2900" u="none" cap="none" strike="noStrike">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coreProperties>
</file>