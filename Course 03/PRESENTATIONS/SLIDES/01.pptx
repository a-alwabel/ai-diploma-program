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IBM Plex Sans Arabic Medium"/>
      <p:regular r:id="rId28"/>
      <p:bold r:id="rId29"/>
    </p:embeddedFont>
    <p:embeddedFont>
      <p:font typeface="IBM Plex Sans Arabic"/>
      <p:regular r:id="rId30"/>
      <p:bold r:id="rId31"/>
    </p:embeddedFont>
    <p:embeddedFont>
      <p:font typeface="Proxima Nova"/>
      <p:regular r:id="rId32"/>
      <p:bold r:id="rId33"/>
      <p:italic r:id="rId34"/>
      <p:boldItalic r:id="rId35"/>
    </p:embeddedFont>
    <p:embeddedFont>
      <p:font typeface="Inter"/>
      <p:regular r:id="rId36"/>
      <p:bold r:id="rId37"/>
      <p:italic r:id="rId38"/>
      <p:boldItalic r:id="rId39"/>
    </p:embeddedFont>
    <p:embeddedFont>
      <p:font typeface="IBM Plex Sans Arabic SemiBold"/>
      <p:regular r:id="rId40"/>
      <p:bold r:id="rId41"/>
    </p:embeddedFont>
    <p:embeddedFont>
      <p:font typeface="IBM Plex Sans Medium"/>
      <p:regular r:id="rId42"/>
      <p:bold r:id="rId43"/>
      <p:italic r:id="rId44"/>
      <p:boldItalic r:id="rId45"/>
    </p:embeddedFont>
    <p:embeddedFont>
      <p:font typeface="Tajawal"/>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r:id="rId48" roundtripDataSignature="AMtx7mgKcFO/Xev719AjEfE5iQO6xfjK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1E1F5B-7058-4A9B-AF8C-0847D0C7EE07}">
  <a:tblStyle styleId="{541E1F5B-7058-4A9B-AF8C-0847D0C7EE07}" styleName="Table_0">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24" orient="horz"/>
        <p:guide pos="2560" orient="horz"/>
        <p:guide pos="2880"/>
        <p:guide pos="759" orient="horz"/>
        <p:guide pos="2428" orient="horz"/>
        <p:guide pos="5325"/>
        <p:guide pos="96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ansArabicSemiBold-regular.fntdata"/><Relationship Id="rId20" Type="http://schemas.openxmlformats.org/officeDocument/2006/relationships/slide" Target="slides/slide14.xml"/><Relationship Id="rId42" Type="http://schemas.openxmlformats.org/officeDocument/2006/relationships/font" Target="fonts/IBMPlexSansMedium-regular.fntdata"/><Relationship Id="rId41" Type="http://schemas.openxmlformats.org/officeDocument/2006/relationships/font" Target="fonts/IBMPlexSansArabicSemiBold-bold.fntdata"/><Relationship Id="rId22" Type="http://schemas.openxmlformats.org/officeDocument/2006/relationships/slide" Target="slides/slide16.xml"/><Relationship Id="rId44" Type="http://schemas.openxmlformats.org/officeDocument/2006/relationships/font" Target="fonts/IBMPlexSansMedium-italic.fntdata"/><Relationship Id="rId21" Type="http://schemas.openxmlformats.org/officeDocument/2006/relationships/slide" Target="slides/slide15.xml"/><Relationship Id="rId43" Type="http://schemas.openxmlformats.org/officeDocument/2006/relationships/font" Target="fonts/IBMPlexSansMedium-bold.fntdata"/><Relationship Id="rId24" Type="http://schemas.openxmlformats.org/officeDocument/2006/relationships/slide" Target="slides/slide18.xml"/><Relationship Id="rId46" Type="http://schemas.openxmlformats.org/officeDocument/2006/relationships/font" Target="fonts/Tajawal-regular.fntdata"/><Relationship Id="rId23" Type="http://schemas.openxmlformats.org/officeDocument/2006/relationships/slide" Target="slides/slide17.xml"/><Relationship Id="rId45" Type="http://schemas.openxmlformats.org/officeDocument/2006/relationships/font" Target="fonts/IBMPlexSansMedium-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Tajawal-bold.fntdata"/><Relationship Id="rId28" Type="http://schemas.openxmlformats.org/officeDocument/2006/relationships/font" Target="fonts/IBMPlexSansArabicMedium-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BMPlexSansArabicMedium-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SansArabic-bold.fntdata"/><Relationship Id="rId30" Type="http://schemas.openxmlformats.org/officeDocument/2006/relationships/font" Target="fonts/IBMPlexSansArabic-regular.fntdata"/><Relationship Id="rId11" Type="http://schemas.openxmlformats.org/officeDocument/2006/relationships/slide" Target="slides/slide5.xml"/><Relationship Id="rId33" Type="http://schemas.openxmlformats.org/officeDocument/2006/relationships/font" Target="fonts/ProximaNova-bold.fntdata"/><Relationship Id="rId10" Type="http://schemas.openxmlformats.org/officeDocument/2006/relationships/slide" Target="slides/slide4.xml"/><Relationship Id="rId32" Type="http://schemas.openxmlformats.org/officeDocument/2006/relationships/font" Target="fonts/ProximaNova-regular.fntdata"/><Relationship Id="rId13" Type="http://schemas.openxmlformats.org/officeDocument/2006/relationships/slide" Target="slides/slide7.xml"/><Relationship Id="rId35" Type="http://schemas.openxmlformats.org/officeDocument/2006/relationships/font" Target="fonts/ProximaNova-boldItalic.fntdata"/><Relationship Id="rId12" Type="http://schemas.openxmlformats.org/officeDocument/2006/relationships/slide" Target="slides/slide6.xml"/><Relationship Id="rId34" Type="http://schemas.openxmlformats.org/officeDocument/2006/relationships/font" Target="fonts/ProximaNova-italic.fntdata"/><Relationship Id="rId15" Type="http://schemas.openxmlformats.org/officeDocument/2006/relationships/slide" Target="slides/slide9.xml"/><Relationship Id="rId37" Type="http://schemas.openxmlformats.org/officeDocument/2006/relationships/font" Target="fonts/Inter-bold.fntdata"/><Relationship Id="rId14" Type="http://schemas.openxmlformats.org/officeDocument/2006/relationships/slide" Target="slides/slide8.xml"/><Relationship Id="rId36" Type="http://schemas.openxmlformats.org/officeDocument/2006/relationships/font" Target="fonts/Inter-regular.fntdata"/><Relationship Id="rId17" Type="http://schemas.openxmlformats.org/officeDocument/2006/relationships/slide" Target="slides/slide11.xml"/><Relationship Id="rId39" Type="http://schemas.openxmlformats.org/officeDocument/2006/relationships/font" Target="fonts/Inter-boldItalic.fntdata"/><Relationship Id="rId16" Type="http://schemas.openxmlformats.org/officeDocument/2006/relationships/slide" Target="slides/slide10.xml"/><Relationship Id="rId38" Type="http://schemas.openxmlformats.org/officeDocument/2006/relationships/font" Target="fonts/Inter-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 name="Google Shape;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blipFill>
          <a:blip r:embed="rId2">
            <a:alphaModFix/>
          </a:blip>
          <a:stretch>
            <a:fillRect/>
          </a:stretch>
        </a:blipFill>
      </p:bgPr>
    </p:bg>
    <p:spTree>
      <p:nvGrpSpPr>
        <p:cNvPr id="10" name="Shape 10"/>
        <p:cNvGrpSpPr/>
        <p:nvPr/>
      </p:nvGrpSpPr>
      <p:grpSpPr>
        <a:xfrm>
          <a:off x="0" y="0"/>
          <a:ext cx="0" cy="0"/>
          <a:chOff x="0" y="0"/>
          <a:chExt cx="0" cy="0"/>
        </a:xfrm>
      </p:grpSpPr>
      <p:sp>
        <p:nvSpPr>
          <p:cNvPr id="11" name="Google Shape;11;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rtl="1" algn="ctr">
              <a:lnSpc>
                <a:spcPct val="100000"/>
              </a:lnSpc>
              <a:spcBef>
                <a:spcPts val="0"/>
              </a:spcBef>
              <a:spcAft>
                <a:spcPts val="0"/>
              </a:spcAft>
              <a:buSzPts val="12000"/>
              <a:buNone/>
              <a:defRPr sz="12000"/>
            </a:lvl1pPr>
            <a:lvl2pPr lvl="1" rtl="1" algn="ctr">
              <a:lnSpc>
                <a:spcPct val="100000"/>
              </a:lnSpc>
              <a:spcBef>
                <a:spcPts val="0"/>
              </a:spcBef>
              <a:spcAft>
                <a:spcPts val="0"/>
              </a:spcAft>
              <a:buSzPts val="12000"/>
              <a:buNone/>
              <a:defRPr sz="12000"/>
            </a:lvl2pPr>
            <a:lvl3pPr lvl="2" rtl="1" algn="ctr">
              <a:lnSpc>
                <a:spcPct val="100000"/>
              </a:lnSpc>
              <a:spcBef>
                <a:spcPts val="0"/>
              </a:spcBef>
              <a:spcAft>
                <a:spcPts val="0"/>
              </a:spcAft>
              <a:buSzPts val="12000"/>
              <a:buNone/>
              <a:defRPr sz="12000"/>
            </a:lvl3pPr>
            <a:lvl4pPr lvl="3" rtl="1" algn="ctr">
              <a:lnSpc>
                <a:spcPct val="100000"/>
              </a:lnSpc>
              <a:spcBef>
                <a:spcPts val="0"/>
              </a:spcBef>
              <a:spcAft>
                <a:spcPts val="0"/>
              </a:spcAft>
              <a:buSzPts val="12000"/>
              <a:buNone/>
              <a:defRPr sz="12000"/>
            </a:lvl4pPr>
            <a:lvl5pPr lvl="4" rtl="1" algn="ctr">
              <a:lnSpc>
                <a:spcPct val="100000"/>
              </a:lnSpc>
              <a:spcBef>
                <a:spcPts val="0"/>
              </a:spcBef>
              <a:spcAft>
                <a:spcPts val="0"/>
              </a:spcAft>
              <a:buSzPts val="12000"/>
              <a:buNone/>
              <a:defRPr sz="12000"/>
            </a:lvl5pPr>
            <a:lvl6pPr lvl="5" rtl="1" algn="ctr">
              <a:lnSpc>
                <a:spcPct val="100000"/>
              </a:lnSpc>
              <a:spcBef>
                <a:spcPts val="0"/>
              </a:spcBef>
              <a:spcAft>
                <a:spcPts val="0"/>
              </a:spcAft>
              <a:buSzPts val="12000"/>
              <a:buNone/>
              <a:defRPr sz="12000"/>
            </a:lvl6pPr>
            <a:lvl7pPr lvl="6" rtl="1" algn="ctr">
              <a:lnSpc>
                <a:spcPct val="100000"/>
              </a:lnSpc>
              <a:spcBef>
                <a:spcPts val="0"/>
              </a:spcBef>
              <a:spcAft>
                <a:spcPts val="0"/>
              </a:spcAft>
              <a:buSzPts val="12000"/>
              <a:buNone/>
              <a:defRPr sz="12000"/>
            </a:lvl7pPr>
            <a:lvl8pPr lvl="7" rtl="1" algn="ctr">
              <a:lnSpc>
                <a:spcPct val="100000"/>
              </a:lnSpc>
              <a:spcBef>
                <a:spcPts val="0"/>
              </a:spcBef>
              <a:spcAft>
                <a:spcPts val="0"/>
              </a:spcAft>
              <a:buSzPts val="12000"/>
              <a:buNone/>
              <a:defRPr sz="12000"/>
            </a:lvl8pPr>
            <a:lvl9pPr lvl="8" rtl="1" algn="ctr">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b="0" l="0" r="0" t="0"/>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rtl="1" algn="ctr">
              <a:lnSpc>
                <a:spcPct val="100000"/>
              </a:lnSpc>
              <a:spcBef>
                <a:spcPts val="0"/>
              </a:spcBef>
              <a:spcAft>
                <a:spcPts val="0"/>
              </a:spcAft>
              <a:buSzPts val="4300"/>
              <a:buFont typeface="Tajawal"/>
              <a:buNone/>
              <a:defRPr b="1" sz="4300">
                <a:latin typeface="Tajawal"/>
                <a:ea typeface="Tajawal"/>
                <a:cs typeface="Tajawal"/>
                <a:sym typeface="Tajawal"/>
              </a:defRPr>
            </a:lvl1pPr>
            <a:lvl2pPr lvl="1" rtl="1" algn="ctr">
              <a:lnSpc>
                <a:spcPct val="100000"/>
              </a:lnSpc>
              <a:spcBef>
                <a:spcPts val="0"/>
              </a:spcBef>
              <a:spcAft>
                <a:spcPts val="0"/>
              </a:spcAft>
              <a:buSzPts val="4900"/>
              <a:buFont typeface="Tajawal"/>
              <a:buNone/>
              <a:defRPr sz="4900">
                <a:latin typeface="Tajawal"/>
                <a:ea typeface="Tajawal"/>
                <a:cs typeface="Tajawal"/>
                <a:sym typeface="Tajawal"/>
              </a:defRPr>
            </a:lvl2pPr>
            <a:lvl3pPr lvl="2" rtl="1" algn="ctr">
              <a:lnSpc>
                <a:spcPct val="100000"/>
              </a:lnSpc>
              <a:spcBef>
                <a:spcPts val="0"/>
              </a:spcBef>
              <a:spcAft>
                <a:spcPts val="0"/>
              </a:spcAft>
              <a:buSzPts val="4900"/>
              <a:buFont typeface="Tajawal"/>
              <a:buNone/>
              <a:defRPr sz="4900">
                <a:latin typeface="Tajawal"/>
                <a:ea typeface="Tajawal"/>
                <a:cs typeface="Tajawal"/>
                <a:sym typeface="Tajawal"/>
              </a:defRPr>
            </a:lvl3pPr>
            <a:lvl4pPr lvl="3" rtl="1" algn="ctr">
              <a:lnSpc>
                <a:spcPct val="100000"/>
              </a:lnSpc>
              <a:spcBef>
                <a:spcPts val="0"/>
              </a:spcBef>
              <a:spcAft>
                <a:spcPts val="0"/>
              </a:spcAft>
              <a:buSzPts val="4900"/>
              <a:buFont typeface="Tajawal"/>
              <a:buNone/>
              <a:defRPr sz="4900">
                <a:latin typeface="Tajawal"/>
                <a:ea typeface="Tajawal"/>
                <a:cs typeface="Tajawal"/>
                <a:sym typeface="Tajawal"/>
              </a:defRPr>
            </a:lvl4pPr>
            <a:lvl5pPr lvl="4" rtl="1" algn="ctr">
              <a:lnSpc>
                <a:spcPct val="100000"/>
              </a:lnSpc>
              <a:spcBef>
                <a:spcPts val="0"/>
              </a:spcBef>
              <a:spcAft>
                <a:spcPts val="0"/>
              </a:spcAft>
              <a:buSzPts val="4900"/>
              <a:buFont typeface="Tajawal"/>
              <a:buNone/>
              <a:defRPr sz="4900">
                <a:latin typeface="Tajawal"/>
                <a:ea typeface="Tajawal"/>
                <a:cs typeface="Tajawal"/>
                <a:sym typeface="Tajawal"/>
              </a:defRPr>
            </a:lvl5pPr>
            <a:lvl6pPr lvl="5" rtl="1" algn="ctr">
              <a:lnSpc>
                <a:spcPct val="100000"/>
              </a:lnSpc>
              <a:spcBef>
                <a:spcPts val="0"/>
              </a:spcBef>
              <a:spcAft>
                <a:spcPts val="0"/>
              </a:spcAft>
              <a:buSzPts val="4900"/>
              <a:buFont typeface="Tajawal"/>
              <a:buNone/>
              <a:defRPr sz="4900">
                <a:latin typeface="Tajawal"/>
                <a:ea typeface="Tajawal"/>
                <a:cs typeface="Tajawal"/>
                <a:sym typeface="Tajawal"/>
              </a:defRPr>
            </a:lvl6pPr>
            <a:lvl7pPr lvl="6" rtl="1" algn="ctr">
              <a:lnSpc>
                <a:spcPct val="100000"/>
              </a:lnSpc>
              <a:spcBef>
                <a:spcPts val="0"/>
              </a:spcBef>
              <a:spcAft>
                <a:spcPts val="0"/>
              </a:spcAft>
              <a:buSzPts val="4900"/>
              <a:buFont typeface="Tajawal"/>
              <a:buNone/>
              <a:defRPr sz="4900">
                <a:latin typeface="Tajawal"/>
                <a:ea typeface="Tajawal"/>
                <a:cs typeface="Tajawal"/>
                <a:sym typeface="Tajawal"/>
              </a:defRPr>
            </a:lvl7pPr>
            <a:lvl8pPr lvl="7" rtl="1" algn="ctr">
              <a:lnSpc>
                <a:spcPct val="100000"/>
              </a:lnSpc>
              <a:spcBef>
                <a:spcPts val="0"/>
              </a:spcBef>
              <a:spcAft>
                <a:spcPts val="0"/>
              </a:spcAft>
              <a:buSzPts val="4900"/>
              <a:buFont typeface="Tajawal"/>
              <a:buNone/>
              <a:defRPr sz="4900">
                <a:latin typeface="Tajawal"/>
                <a:ea typeface="Tajawal"/>
                <a:cs typeface="Tajawal"/>
                <a:sym typeface="Tajawal"/>
              </a:defRPr>
            </a:lvl8pPr>
            <a:lvl9pPr lvl="8" rtl="1" algn="ctr">
              <a:lnSpc>
                <a:spcPct val="100000"/>
              </a:lnSpc>
              <a:spcBef>
                <a:spcPts val="0"/>
              </a:spcBef>
              <a:spcAft>
                <a:spcPts val="0"/>
              </a:spcAft>
              <a:buSzPts val="4900"/>
              <a:buFont typeface="Tajawal"/>
              <a:buNone/>
              <a:defRPr sz="4900">
                <a:latin typeface="Tajawal"/>
                <a:ea typeface="Tajawal"/>
                <a:cs typeface="Tajawal"/>
                <a:sym typeface="Tajawal"/>
              </a:defRPr>
            </a:lvl9pPr>
          </a:lstStyle>
          <a:p/>
        </p:txBody>
      </p:sp>
      <p:sp>
        <p:nvSpPr>
          <p:cNvPr id="15" name="Google Shape;15;p2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rtl="1" algn="ctr">
              <a:lnSpc>
                <a:spcPct val="100000"/>
              </a:lnSpc>
              <a:spcBef>
                <a:spcPts val="0"/>
              </a:spcBef>
              <a:spcAft>
                <a:spcPts val="0"/>
              </a:spcAft>
              <a:buSzPts val="2500"/>
              <a:buFont typeface="Tajawal"/>
              <a:buNone/>
              <a:defRPr sz="2500">
                <a:latin typeface="Tajawal"/>
                <a:ea typeface="Tajawal"/>
                <a:cs typeface="Tajawal"/>
                <a:sym typeface="Tajawal"/>
              </a:defRPr>
            </a:lvl1pPr>
            <a:lvl2pPr lvl="1" rtl="1" algn="ctr">
              <a:lnSpc>
                <a:spcPct val="100000"/>
              </a:lnSpc>
              <a:spcBef>
                <a:spcPts val="0"/>
              </a:spcBef>
              <a:spcAft>
                <a:spcPts val="0"/>
              </a:spcAft>
              <a:buSzPts val="2500"/>
              <a:buFont typeface="Tajawal"/>
              <a:buNone/>
              <a:defRPr sz="2500">
                <a:latin typeface="Tajawal"/>
                <a:ea typeface="Tajawal"/>
                <a:cs typeface="Tajawal"/>
                <a:sym typeface="Tajawal"/>
              </a:defRPr>
            </a:lvl2pPr>
            <a:lvl3pPr lvl="2" rtl="1" algn="ctr">
              <a:lnSpc>
                <a:spcPct val="100000"/>
              </a:lnSpc>
              <a:spcBef>
                <a:spcPts val="0"/>
              </a:spcBef>
              <a:spcAft>
                <a:spcPts val="0"/>
              </a:spcAft>
              <a:buSzPts val="2500"/>
              <a:buFont typeface="Tajawal"/>
              <a:buNone/>
              <a:defRPr sz="2500">
                <a:latin typeface="Tajawal"/>
                <a:ea typeface="Tajawal"/>
                <a:cs typeface="Tajawal"/>
                <a:sym typeface="Tajawal"/>
              </a:defRPr>
            </a:lvl3pPr>
            <a:lvl4pPr lvl="3" rtl="1" algn="ctr">
              <a:lnSpc>
                <a:spcPct val="100000"/>
              </a:lnSpc>
              <a:spcBef>
                <a:spcPts val="0"/>
              </a:spcBef>
              <a:spcAft>
                <a:spcPts val="0"/>
              </a:spcAft>
              <a:buSzPts val="2500"/>
              <a:buFont typeface="Tajawal"/>
              <a:buNone/>
              <a:defRPr sz="2500">
                <a:latin typeface="Tajawal"/>
                <a:ea typeface="Tajawal"/>
                <a:cs typeface="Tajawal"/>
                <a:sym typeface="Tajawal"/>
              </a:defRPr>
            </a:lvl4pPr>
            <a:lvl5pPr lvl="4" rtl="1" algn="ctr">
              <a:lnSpc>
                <a:spcPct val="100000"/>
              </a:lnSpc>
              <a:spcBef>
                <a:spcPts val="0"/>
              </a:spcBef>
              <a:spcAft>
                <a:spcPts val="0"/>
              </a:spcAft>
              <a:buSzPts val="2500"/>
              <a:buFont typeface="Tajawal"/>
              <a:buNone/>
              <a:defRPr sz="2500">
                <a:latin typeface="Tajawal"/>
                <a:ea typeface="Tajawal"/>
                <a:cs typeface="Tajawal"/>
                <a:sym typeface="Tajawal"/>
              </a:defRPr>
            </a:lvl5pPr>
            <a:lvl6pPr lvl="5" rtl="1" algn="ctr">
              <a:lnSpc>
                <a:spcPct val="100000"/>
              </a:lnSpc>
              <a:spcBef>
                <a:spcPts val="0"/>
              </a:spcBef>
              <a:spcAft>
                <a:spcPts val="0"/>
              </a:spcAft>
              <a:buSzPts val="2500"/>
              <a:buFont typeface="Tajawal"/>
              <a:buNone/>
              <a:defRPr sz="2500">
                <a:latin typeface="Tajawal"/>
                <a:ea typeface="Tajawal"/>
                <a:cs typeface="Tajawal"/>
                <a:sym typeface="Tajawal"/>
              </a:defRPr>
            </a:lvl6pPr>
            <a:lvl7pPr lvl="6" rtl="1" algn="ctr">
              <a:lnSpc>
                <a:spcPct val="100000"/>
              </a:lnSpc>
              <a:spcBef>
                <a:spcPts val="0"/>
              </a:spcBef>
              <a:spcAft>
                <a:spcPts val="0"/>
              </a:spcAft>
              <a:buSzPts val="2500"/>
              <a:buFont typeface="Tajawal"/>
              <a:buNone/>
              <a:defRPr sz="2500">
                <a:latin typeface="Tajawal"/>
                <a:ea typeface="Tajawal"/>
                <a:cs typeface="Tajawal"/>
                <a:sym typeface="Tajawal"/>
              </a:defRPr>
            </a:lvl7pPr>
            <a:lvl8pPr lvl="7" rtl="1" algn="ctr">
              <a:lnSpc>
                <a:spcPct val="100000"/>
              </a:lnSpc>
              <a:spcBef>
                <a:spcPts val="0"/>
              </a:spcBef>
              <a:spcAft>
                <a:spcPts val="0"/>
              </a:spcAft>
              <a:buSzPts val="2500"/>
              <a:buFont typeface="Tajawal"/>
              <a:buNone/>
              <a:defRPr sz="2500">
                <a:latin typeface="Tajawal"/>
                <a:ea typeface="Tajawal"/>
                <a:cs typeface="Tajawal"/>
                <a:sym typeface="Tajawal"/>
              </a:defRPr>
            </a:lvl8pPr>
            <a:lvl9pPr lvl="8" rtl="1" algn="ctr">
              <a:lnSpc>
                <a:spcPct val="100000"/>
              </a:lnSpc>
              <a:spcBef>
                <a:spcPts val="0"/>
              </a:spcBef>
              <a:spcAft>
                <a:spcPts val="0"/>
              </a:spcAft>
              <a:buSzPts val="2500"/>
              <a:buFont typeface="Tajawal"/>
              <a:buNone/>
              <a:defRPr sz="2500">
                <a:latin typeface="Tajawal"/>
                <a:ea typeface="Tajawal"/>
                <a:cs typeface="Tajawal"/>
                <a:sym typeface="Tajawal"/>
              </a:defRPr>
            </a:lvl9pPr>
          </a:lstStyle>
          <a:p/>
        </p:txBody>
      </p:sp>
      <p:sp>
        <p:nvSpPr>
          <p:cNvPr id="16" name="Google Shape;1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25"/>
          <p:cNvSpPr txBox="1"/>
          <p:nvPr>
            <p:ph type="title"/>
          </p:nvPr>
        </p:nvSpPr>
        <p:spPr>
          <a:xfrm>
            <a:off x="2079450" y="445025"/>
            <a:ext cx="6707400" cy="627900"/>
          </a:xfrm>
          <a:prstGeom prst="rect">
            <a:avLst/>
          </a:prstGeom>
          <a:noFill/>
          <a:ln>
            <a:noFill/>
          </a:ln>
        </p:spPr>
        <p:txBody>
          <a:bodyPr anchorCtr="0" anchor="t" bIns="91425" lIns="91425" spcFirstLastPara="1" rIns="91425" wrap="square" tIns="91425">
            <a:normAutofit/>
          </a:bodyPr>
          <a:lstStyle>
            <a:lvl1pPr lvl="0" rtl="1" algn="l">
              <a:lnSpc>
                <a:spcPct val="100000"/>
              </a:lnSpc>
              <a:spcBef>
                <a:spcPts val="0"/>
              </a:spcBef>
              <a:spcAft>
                <a:spcPts val="0"/>
              </a:spcAft>
              <a:buClr>
                <a:srgbClr val="543198"/>
              </a:buClr>
              <a:buSzPts val="2500"/>
              <a:buNone/>
              <a:defRPr b="1">
                <a:solidFill>
                  <a:srgbClr val="543198"/>
                </a:solidFill>
              </a:defRPr>
            </a:lvl1pPr>
            <a:lvl2pPr lvl="1" rtl="1" algn="l">
              <a:lnSpc>
                <a:spcPct val="100000"/>
              </a:lnSpc>
              <a:spcBef>
                <a:spcPts val="0"/>
              </a:spcBef>
              <a:spcAft>
                <a:spcPts val="0"/>
              </a:spcAft>
              <a:buClr>
                <a:srgbClr val="543198"/>
              </a:buClr>
              <a:buSzPts val="2800"/>
              <a:buNone/>
              <a:defRPr b="1">
                <a:solidFill>
                  <a:srgbClr val="543198"/>
                </a:solidFill>
              </a:defRPr>
            </a:lvl2pPr>
            <a:lvl3pPr lvl="2" rtl="1" algn="l">
              <a:lnSpc>
                <a:spcPct val="100000"/>
              </a:lnSpc>
              <a:spcBef>
                <a:spcPts val="0"/>
              </a:spcBef>
              <a:spcAft>
                <a:spcPts val="0"/>
              </a:spcAft>
              <a:buClr>
                <a:srgbClr val="543198"/>
              </a:buClr>
              <a:buSzPts val="2800"/>
              <a:buNone/>
              <a:defRPr b="1">
                <a:solidFill>
                  <a:srgbClr val="543198"/>
                </a:solidFill>
              </a:defRPr>
            </a:lvl3pPr>
            <a:lvl4pPr lvl="3" rtl="1" algn="l">
              <a:lnSpc>
                <a:spcPct val="100000"/>
              </a:lnSpc>
              <a:spcBef>
                <a:spcPts val="0"/>
              </a:spcBef>
              <a:spcAft>
                <a:spcPts val="0"/>
              </a:spcAft>
              <a:buClr>
                <a:srgbClr val="543198"/>
              </a:buClr>
              <a:buSzPts val="2800"/>
              <a:buNone/>
              <a:defRPr b="1">
                <a:solidFill>
                  <a:srgbClr val="543198"/>
                </a:solidFill>
              </a:defRPr>
            </a:lvl4pPr>
            <a:lvl5pPr lvl="4" rtl="1" algn="l">
              <a:lnSpc>
                <a:spcPct val="100000"/>
              </a:lnSpc>
              <a:spcBef>
                <a:spcPts val="0"/>
              </a:spcBef>
              <a:spcAft>
                <a:spcPts val="0"/>
              </a:spcAft>
              <a:buClr>
                <a:srgbClr val="543198"/>
              </a:buClr>
              <a:buSzPts val="2800"/>
              <a:buNone/>
              <a:defRPr b="1">
                <a:solidFill>
                  <a:srgbClr val="543198"/>
                </a:solidFill>
              </a:defRPr>
            </a:lvl5pPr>
            <a:lvl6pPr lvl="5" rtl="1" algn="l">
              <a:lnSpc>
                <a:spcPct val="100000"/>
              </a:lnSpc>
              <a:spcBef>
                <a:spcPts val="0"/>
              </a:spcBef>
              <a:spcAft>
                <a:spcPts val="0"/>
              </a:spcAft>
              <a:buClr>
                <a:srgbClr val="543198"/>
              </a:buClr>
              <a:buSzPts val="2800"/>
              <a:buNone/>
              <a:defRPr b="1">
                <a:solidFill>
                  <a:srgbClr val="543198"/>
                </a:solidFill>
              </a:defRPr>
            </a:lvl6pPr>
            <a:lvl7pPr lvl="6" rtl="1" algn="l">
              <a:lnSpc>
                <a:spcPct val="100000"/>
              </a:lnSpc>
              <a:spcBef>
                <a:spcPts val="0"/>
              </a:spcBef>
              <a:spcAft>
                <a:spcPts val="0"/>
              </a:spcAft>
              <a:buClr>
                <a:srgbClr val="543198"/>
              </a:buClr>
              <a:buSzPts val="2800"/>
              <a:buNone/>
              <a:defRPr b="1">
                <a:solidFill>
                  <a:srgbClr val="543198"/>
                </a:solidFill>
              </a:defRPr>
            </a:lvl7pPr>
            <a:lvl8pPr lvl="7" rtl="1" algn="l">
              <a:lnSpc>
                <a:spcPct val="100000"/>
              </a:lnSpc>
              <a:spcBef>
                <a:spcPts val="0"/>
              </a:spcBef>
              <a:spcAft>
                <a:spcPts val="0"/>
              </a:spcAft>
              <a:buClr>
                <a:srgbClr val="543198"/>
              </a:buClr>
              <a:buSzPts val="2800"/>
              <a:buNone/>
              <a:defRPr b="1">
                <a:solidFill>
                  <a:srgbClr val="543198"/>
                </a:solidFill>
              </a:defRPr>
            </a:lvl8pPr>
            <a:lvl9pPr lvl="8" rtl="1" algn="l">
              <a:lnSpc>
                <a:spcPct val="100000"/>
              </a:lnSpc>
              <a:spcBef>
                <a:spcPts val="0"/>
              </a:spcBef>
              <a:spcAft>
                <a:spcPts val="0"/>
              </a:spcAft>
              <a:buClr>
                <a:srgbClr val="543198"/>
              </a:buClr>
              <a:buSzPts val="2800"/>
              <a:buNone/>
              <a:defRPr b="1">
                <a:solidFill>
                  <a:srgbClr val="543198"/>
                </a:solidFill>
              </a:defRPr>
            </a:lvl9pPr>
          </a:lstStyle>
          <a:p/>
        </p:txBody>
      </p:sp>
      <p:sp>
        <p:nvSpPr>
          <p:cNvPr id="20" name="Google Shape;20;p25"/>
          <p:cNvSpPr txBox="1"/>
          <p:nvPr>
            <p:ph idx="1" type="body"/>
          </p:nvPr>
        </p:nvSpPr>
        <p:spPr>
          <a:xfrm>
            <a:off x="2758650" y="1334150"/>
            <a:ext cx="6028200" cy="1757400"/>
          </a:xfrm>
          <a:prstGeom prst="rect">
            <a:avLst/>
          </a:prstGeom>
          <a:noFill/>
          <a:ln>
            <a:noFill/>
          </a:ln>
        </p:spPr>
        <p:txBody>
          <a:bodyPr anchorCtr="0" anchor="t" bIns="91425" lIns="91425" spcFirstLastPara="1" rIns="91425" wrap="square" tIns="91425">
            <a:normAutofit/>
          </a:bodyPr>
          <a:lstStyle>
            <a:lvl1pPr indent="-342900" lvl="0" marL="457200" rtl="1" algn="l">
              <a:lnSpc>
                <a:spcPct val="115000"/>
              </a:lnSpc>
              <a:spcBef>
                <a:spcPts val="0"/>
              </a:spcBef>
              <a:spcAft>
                <a:spcPts val="0"/>
              </a:spcAft>
              <a:buClr>
                <a:srgbClr val="424242"/>
              </a:buClr>
              <a:buSzPts val="1800"/>
              <a:buChar char="●"/>
              <a:defRPr>
                <a:solidFill>
                  <a:srgbClr val="424242"/>
                </a:solidFill>
              </a:defRPr>
            </a:lvl1pPr>
            <a:lvl2pPr indent="-317500" lvl="1" marL="914400" rtl="1" algn="l">
              <a:lnSpc>
                <a:spcPct val="115000"/>
              </a:lnSpc>
              <a:spcBef>
                <a:spcPts val="0"/>
              </a:spcBef>
              <a:spcAft>
                <a:spcPts val="0"/>
              </a:spcAft>
              <a:buClr>
                <a:srgbClr val="424242"/>
              </a:buClr>
              <a:buSzPts val="1400"/>
              <a:buChar char="○"/>
              <a:defRPr>
                <a:solidFill>
                  <a:srgbClr val="424242"/>
                </a:solidFill>
              </a:defRPr>
            </a:lvl2pPr>
            <a:lvl3pPr indent="-317500" lvl="2" marL="1371600" rtl="1" algn="l">
              <a:lnSpc>
                <a:spcPct val="115000"/>
              </a:lnSpc>
              <a:spcBef>
                <a:spcPts val="0"/>
              </a:spcBef>
              <a:spcAft>
                <a:spcPts val="0"/>
              </a:spcAft>
              <a:buClr>
                <a:srgbClr val="424242"/>
              </a:buClr>
              <a:buSzPts val="1400"/>
              <a:buChar char="■"/>
              <a:defRPr>
                <a:solidFill>
                  <a:srgbClr val="424242"/>
                </a:solidFill>
              </a:defRPr>
            </a:lvl3pPr>
            <a:lvl4pPr indent="-317500" lvl="3" marL="1828800" rtl="1" algn="l">
              <a:lnSpc>
                <a:spcPct val="115000"/>
              </a:lnSpc>
              <a:spcBef>
                <a:spcPts val="0"/>
              </a:spcBef>
              <a:spcAft>
                <a:spcPts val="0"/>
              </a:spcAft>
              <a:buClr>
                <a:srgbClr val="424242"/>
              </a:buClr>
              <a:buSzPts val="1400"/>
              <a:buChar char="●"/>
              <a:defRPr>
                <a:solidFill>
                  <a:srgbClr val="424242"/>
                </a:solidFill>
              </a:defRPr>
            </a:lvl4pPr>
            <a:lvl5pPr indent="-317500" lvl="4" marL="2286000" rtl="1" algn="l">
              <a:lnSpc>
                <a:spcPct val="115000"/>
              </a:lnSpc>
              <a:spcBef>
                <a:spcPts val="0"/>
              </a:spcBef>
              <a:spcAft>
                <a:spcPts val="0"/>
              </a:spcAft>
              <a:buClr>
                <a:srgbClr val="424242"/>
              </a:buClr>
              <a:buSzPts val="1400"/>
              <a:buChar char="○"/>
              <a:defRPr>
                <a:solidFill>
                  <a:srgbClr val="424242"/>
                </a:solidFill>
              </a:defRPr>
            </a:lvl5pPr>
            <a:lvl6pPr indent="-317500" lvl="5" marL="2743200" rtl="1" algn="l">
              <a:lnSpc>
                <a:spcPct val="115000"/>
              </a:lnSpc>
              <a:spcBef>
                <a:spcPts val="0"/>
              </a:spcBef>
              <a:spcAft>
                <a:spcPts val="0"/>
              </a:spcAft>
              <a:buClr>
                <a:srgbClr val="424242"/>
              </a:buClr>
              <a:buSzPts val="1400"/>
              <a:buChar char="■"/>
              <a:defRPr>
                <a:solidFill>
                  <a:srgbClr val="424242"/>
                </a:solidFill>
              </a:defRPr>
            </a:lvl6pPr>
            <a:lvl7pPr indent="-317500" lvl="6" marL="3200400" rtl="1" algn="l">
              <a:lnSpc>
                <a:spcPct val="115000"/>
              </a:lnSpc>
              <a:spcBef>
                <a:spcPts val="0"/>
              </a:spcBef>
              <a:spcAft>
                <a:spcPts val="0"/>
              </a:spcAft>
              <a:buClr>
                <a:srgbClr val="424242"/>
              </a:buClr>
              <a:buSzPts val="1400"/>
              <a:buChar char="●"/>
              <a:defRPr>
                <a:solidFill>
                  <a:srgbClr val="424242"/>
                </a:solidFill>
              </a:defRPr>
            </a:lvl7pPr>
            <a:lvl8pPr indent="-317500" lvl="7" marL="3657600" rtl="1" algn="l">
              <a:lnSpc>
                <a:spcPct val="115000"/>
              </a:lnSpc>
              <a:spcBef>
                <a:spcPts val="0"/>
              </a:spcBef>
              <a:spcAft>
                <a:spcPts val="0"/>
              </a:spcAft>
              <a:buClr>
                <a:srgbClr val="424242"/>
              </a:buClr>
              <a:buSzPts val="1400"/>
              <a:buChar char="○"/>
              <a:defRPr>
                <a:solidFill>
                  <a:srgbClr val="424242"/>
                </a:solidFill>
              </a:defRPr>
            </a:lvl8pPr>
            <a:lvl9pPr indent="-317500" lvl="8" marL="4114800" rtl="1" algn="l">
              <a:lnSpc>
                <a:spcPct val="115000"/>
              </a:lnSpc>
              <a:spcBef>
                <a:spcPts val="0"/>
              </a:spcBef>
              <a:spcAft>
                <a:spcPts val="0"/>
              </a:spcAft>
              <a:buClr>
                <a:srgbClr val="424242"/>
              </a:buClr>
              <a:buSzPts val="1400"/>
              <a:buChar char="■"/>
              <a:defRPr>
                <a:solidFill>
                  <a:srgbClr val="424242"/>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rtl="1" algn="ctr">
              <a:lnSpc>
                <a:spcPct val="100000"/>
              </a:lnSpc>
              <a:spcBef>
                <a:spcPts val="0"/>
              </a:spcBef>
              <a:spcAft>
                <a:spcPts val="0"/>
              </a:spcAft>
              <a:buSzPts val="3600"/>
              <a:buFont typeface="Tajawal"/>
              <a:buNone/>
              <a:defRPr sz="3600">
                <a:latin typeface="Tajawal"/>
                <a:ea typeface="Tajawal"/>
                <a:cs typeface="Tajawal"/>
                <a:sym typeface="Tajawal"/>
              </a:defRPr>
            </a:lvl1pPr>
            <a:lvl2pPr lvl="1" rtl="1" algn="ctr">
              <a:lnSpc>
                <a:spcPct val="100000"/>
              </a:lnSpc>
              <a:spcBef>
                <a:spcPts val="0"/>
              </a:spcBef>
              <a:spcAft>
                <a:spcPts val="0"/>
              </a:spcAft>
              <a:buSzPts val="3600"/>
              <a:buFont typeface="Tajawal"/>
              <a:buNone/>
              <a:defRPr sz="3600">
                <a:latin typeface="Tajawal"/>
                <a:ea typeface="Tajawal"/>
                <a:cs typeface="Tajawal"/>
                <a:sym typeface="Tajawal"/>
              </a:defRPr>
            </a:lvl2pPr>
            <a:lvl3pPr lvl="2" rtl="1" algn="ctr">
              <a:lnSpc>
                <a:spcPct val="100000"/>
              </a:lnSpc>
              <a:spcBef>
                <a:spcPts val="0"/>
              </a:spcBef>
              <a:spcAft>
                <a:spcPts val="0"/>
              </a:spcAft>
              <a:buSzPts val="3600"/>
              <a:buFont typeface="Tajawal"/>
              <a:buNone/>
              <a:defRPr sz="3600">
                <a:latin typeface="Tajawal"/>
                <a:ea typeface="Tajawal"/>
                <a:cs typeface="Tajawal"/>
                <a:sym typeface="Tajawal"/>
              </a:defRPr>
            </a:lvl3pPr>
            <a:lvl4pPr lvl="3" rtl="1" algn="ctr">
              <a:lnSpc>
                <a:spcPct val="100000"/>
              </a:lnSpc>
              <a:spcBef>
                <a:spcPts val="0"/>
              </a:spcBef>
              <a:spcAft>
                <a:spcPts val="0"/>
              </a:spcAft>
              <a:buSzPts val="3600"/>
              <a:buFont typeface="Tajawal"/>
              <a:buNone/>
              <a:defRPr sz="3600">
                <a:latin typeface="Tajawal"/>
                <a:ea typeface="Tajawal"/>
                <a:cs typeface="Tajawal"/>
                <a:sym typeface="Tajawal"/>
              </a:defRPr>
            </a:lvl4pPr>
            <a:lvl5pPr lvl="4" rtl="1" algn="ctr">
              <a:lnSpc>
                <a:spcPct val="100000"/>
              </a:lnSpc>
              <a:spcBef>
                <a:spcPts val="0"/>
              </a:spcBef>
              <a:spcAft>
                <a:spcPts val="0"/>
              </a:spcAft>
              <a:buSzPts val="3600"/>
              <a:buFont typeface="Tajawal"/>
              <a:buNone/>
              <a:defRPr sz="3600">
                <a:latin typeface="Tajawal"/>
                <a:ea typeface="Tajawal"/>
                <a:cs typeface="Tajawal"/>
                <a:sym typeface="Tajawal"/>
              </a:defRPr>
            </a:lvl5pPr>
            <a:lvl6pPr lvl="5" rtl="1" algn="ctr">
              <a:lnSpc>
                <a:spcPct val="100000"/>
              </a:lnSpc>
              <a:spcBef>
                <a:spcPts val="0"/>
              </a:spcBef>
              <a:spcAft>
                <a:spcPts val="0"/>
              </a:spcAft>
              <a:buSzPts val="3600"/>
              <a:buFont typeface="Tajawal"/>
              <a:buNone/>
              <a:defRPr sz="3600">
                <a:latin typeface="Tajawal"/>
                <a:ea typeface="Tajawal"/>
                <a:cs typeface="Tajawal"/>
                <a:sym typeface="Tajawal"/>
              </a:defRPr>
            </a:lvl6pPr>
            <a:lvl7pPr lvl="6" rtl="1" algn="ctr">
              <a:lnSpc>
                <a:spcPct val="100000"/>
              </a:lnSpc>
              <a:spcBef>
                <a:spcPts val="0"/>
              </a:spcBef>
              <a:spcAft>
                <a:spcPts val="0"/>
              </a:spcAft>
              <a:buSzPts val="3600"/>
              <a:buFont typeface="Tajawal"/>
              <a:buNone/>
              <a:defRPr sz="3600">
                <a:latin typeface="Tajawal"/>
                <a:ea typeface="Tajawal"/>
                <a:cs typeface="Tajawal"/>
                <a:sym typeface="Tajawal"/>
              </a:defRPr>
            </a:lvl7pPr>
            <a:lvl8pPr lvl="7" rtl="1" algn="ctr">
              <a:lnSpc>
                <a:spcPct val="100000"/>
              </a:lnSpc>
              <a:spcBef>
                <a:spcPts val="0"/>
              </a:spcBef>
              <a:spcAft>
                <a:spcPts val="0"/>
              </a:spcAft>
              <a:buSzPts val="3600"/>
              <a:buFont typeface="Tajawal"/>
              <a:buNone/>
              <a:defRPr sz="3600">
                <a:latin typeface="Tajawal"/>
                <a:ea typeface="Tajawal"/>
                <a:cs typeface="Tajawal"/>
                <a:sym typeface="Tajawal"/>
              </a:defRPr>
            </a:lvl8pPr>
            <a:lvl9pPr lvl="8" rtl="1" algn="ctr">
              <a:lnSpc>
                <a:spcPct val="100000"/>
              </a:lnSpc>
              <a:spcBef>
                <a:spcPts val="0"/>
              </a:spcBef>
              <a:spcAft>
                <a:spcPts val="0"/>
              </a:spcAft>
              <a:buSzPts val="3600"/>
              <a:buFont typeface="Tajawal"/>
              <a:buNone/>
              <a:defRPr sz="3600">
                <a:latin typeface="Tajawal"/>
                <a:ea typeface="Tajawal"/>
                <a:cs typeface="Tajawal"/>
                <a:sym typeface="Tajawal"/>
              </a:defRPr>
            </a:lvl9pPr>
          </a:lstStyle>
          <a:p/>
        </p:txBody>
      </p:sp>
      <p:sp>
        <p:nvSpPr>
          <p:cNvPr id="25" name="Google Shape;25;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28"/>
          <p:cNvSpPr txBox="1"/>
          <p:nvPr>
            <p:ph type="title"/>
          </p:nvPr>
        </p:nvSpPr>
        <p:spPr>
          <a:xfrm>
            <a:off x="2079450" y="714175"/>
            <a:ext cx="6707400" cy="777300"/>
          </a:xfrm>
          <a:prstGeom prst="rect">
            <a:avLst/>
          </a:prstGeom>
          <a:noFill/>
          <a:ln>
            <a:noFill/>
          </a:ln>
        </p:spPr>
        <p:txBody>
          <a:bodyPr anchorCtr="0" anchor="t" bIns="91425" lIns="91425" spcFirstLastPara="1" rIns="91425" wrap="square" tIns="91425">
            <a:normAutofit/>
          </a:bodyPr>
          <a:lstStyle>
            <a:lvl1pPr lvl="0" rtl="1" algn="l">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p:txBody>
      </p:sp>
      <p:sp>
        <p:nvSpPr>
          <p:cNvPr id="29" name="Google Shape;29;p28"/>
          <p:cNvSpPr txBox="1"/>
          <p:nvPr>
            <p:ph idx="1" type="body"/>
          </p:nvPr>
        </p:nvSpPr>
        <p:spPr>
          <a:xfrm>
            <a:off x="2758650" y="1526325"/>
            <a:ext cx="6028200" cy="1757400"/>
          </a:xfrm>
          <a:prstGeom prst="rect">
            <a:avLst/>
          </a:prstGeom>
          <a:noFill/>
          <a:ln>
            <a:noFill/>
          </a:ln>
        </p:spPr>
        <p:txBody>
          <a:bodyPr anchorCtr="0" anchor="t" bIns="91425" lIns="91425" spcFirstLastPara="1" rIns="91425" wrap="square" tIns="91425">
            <a:normAutofit/>
          </a:bodyPr>
          <a:lstStyle>
            <a:lvl1pPr indent="-342900" lvl="0" marL="457200" rtl="1" algn="l">
              <a:lnSpc>
                <a:spcPct val="115000"/>
              </a:lnSpc>
              <a:spcBef>
                <a:spcPts val="0"/>
              </a:spcBef>
              <a:spcAft>
                <a:spcPts val="0"/>
              </a:spcAft>
              <a:buClr>
                <a:srgbClr val="424242"/>
              </a:buClr>
              <a:buSzPts val="1800"/>
              <a:buChar char="●"/>
              <a:defRPr>
                <a:solidFill>
                  <a:srgbClr val="424242"/>
                </a:solidFill>
              </a:defRPr>
            </a:lvl1pPr>
            <a:lvl2pPr indent="-317500" lvl="1" marL="914400" rtl="1" algn="l">
              <a:lnSpc>
                <a:spcPct val="115000"/>
              </a:lnSpc>
              <a:spcBef>
                <a:spcPts val="0"/>
              </a:spcBef>
              <a:spcAft>
                <a:spcPts val="0"/>
              </a:spcAft>
              <a:buClr>
                <a:srgbClr val="424242"/>
              </a:buClr>
              <a:buSzPts val="1400"/>
              <a:buChar char="○"/>
              <a:defRPr>
                <a:solidFill>
                  <a:srgbClr val="424242"/>
                </a:solidFill>
              </a:defRPr>
            </a:lvl2pPr>
            <a:lvl3pPr indent="-317500" lvl="2" marL="1371600" rtl="1" algn="l">
              <a:lnSpc>
                <a:spcPct val="115000"/>
              </a:lnSpc>
              <a:spcBef>
                <a:spcPts val="0"/>
              </a:spcBef>
              <a:spcAft>
                <a:spcPts val="0"/>
              </a:spcAft>
              <a:buClr>
                <a:srgbClr val="424242"/>
              </a:buClr>
              <a:buSzPts val="1400"/>
              <a:buChar char="■"/>
              <a:defRPr>
                <a:solidFill>
                  <a:srgbClr val="424242"/>
                </a:solidFill>
              </a:defRPr>
            </a:lvl3pPr>
            <a:lvl4pPr indent="-317500" lvl="3" marL="1828800" rtl="1" algn="l">
              <a:lnSpc>
                <a:spcPct val="115000"/>
              </a:lnSpc>
              <a:spcBef>
                <a:spcPts val="0"/>
              </a:spcBef>
              <a:spcAft>
                <a:spcPts val="0"/>
              </a:spcAft>
              <a:buClr>
                <a:srgbClr val="424242"/>
              </a:buClr>
              <a:buSzPts val="1400"/>
              <a:buChar char="●"/>
              <a:defRPr>
                <a:solidFill>
                  <a:srgbClr val="424242"/>
                </a:solidFill>
              </a:defRPr>
            </a:lvl4pPr>
            <a:lvl5pPr indent="-317500" lvl="4" marL="2286000" rtl="1" algn="l">
              <a:lnSpc>
                <a:spcPct val="115000"/>
              </a:lnSpc>
              <a:spcBef>
                <a:spcPts val="0"/>
              </a:spcBef>
              <a:spcAft>
                <a:spcPts val="0"/>
              </a:spcAft>
              <a:buClr>
                <a:srgbClr val="424242"/>
              </a:buClr>
              <a:buSzPts val="1400"/>
              <a:buChar char="○"/>
              <a:defRPr>
                <a:solidFill>
                  <a:srgbClr val="424242"/>
                </a:solidFill>
              </a:defRPr>
            </a:lvl5pPr>
            <a:lvl6pPr indent="-317500" lvl="5" marL="2743200" rtl="1" algn="l">
              <a:lnSpc>
                <a:spcPct val="115000"/>
              </a:lnSpc>
              <a:spcBef>
                <a:spcPts val="0"/>
              </a:spcBef>
              <a:spcAft>
                <a:spcPts val="0"/>
              </a:spcAft>
              <a:buClr>
                <a:srgbClr val="424242"/>
              </a:buClr>
              <a:buSzPts val="1400"/>
              <a:buChar char="■"/>
              <a:defRPr>
                <a:solidFill>
                  <a:srgbClr val="424242"/>
                </a:solidFill>
              </a:defRPr>
            </a:lvl6pPr>
            <a:lvl7pPr indent="-317500" lvl="6" marL="3200400" rtl="1" algn="l">
              <a:lnSpc>
                <a:spcPct val="115000"/>
              </a:lnSpc>
              <a:spcBef>
                <a:spcPts val="0"/>
              </a:spcBef>
              <a:spcAft>
                <a:spcPts val="0"/>
              </a:spcAft>
              <a:buClr>
                <a:srgbClr val="424242"/>
              </a:buClr>
              <a:buSzPts val="1400"/>
              <a:buChar char="●"/>
              <a:defRPr>
                <a:solidFill>
                  <a:srgbClr val="424242"/>
                </a:solidFill>
              </a:defRPr>
            </a:lvl7pPr>
            <a:lvl8pPr indent="-317500" lvl="7" marL="3657600" rtl="1" algn="l">
              <a:lnSpc>
                <a:spcPct val="115000"/>
              </a:lnSpc>
              <a:spcBef>
                <a:spcPts val="0"/>
              </a:spcBef>
              <a:spcAft>
                <a:spcPts val="0"/>
              </a:spcAft>
              <a:buClr>
                <a:srgbClr val="424242"/>
              </a:buClr>
              <a:buSzPts val="1400"/>
              <a:buChar char="○"/>
              <a:defRPr>
                <a:solidFill>
                  <a:srgbClr val="424242"/>
                </a:solidFill>
              </a:defRPr>
            </a:lvl8pPr>
            <a:lvl9pPr indent="-317500" lvl="8" marL="4114800" rtl="1" algn="l">
              <a:lnSpc>
                <a:spcPct val="115000"/>
              </a:lnSpc>
              <a:spcBef>
                <a:spcPts val="0"/>
              </a:spcBef>
              <a:spcAft>
                <a:spcPts val="0"/>
              </a:spcAft>
              <a:buClr>
                <a:srgbClr val="424242"/>
              </a:buClr>
              <a:buSzPts val="1400"/>
              <a:buChar char="■"/>
              <a:defRPr>
                <a:solidFill>
                  <a:srgbClr val="42424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29"/>
          <p:cNvSpPr txBox="1"/>
          <p:nvPr>
            <p:ph type="title"/>
          </p:nvPr>
        </p:nvSpPr>
        <p:spPr>
          <a:xfrm>
            <a:off x="311700" y="282450"/>
            <a:ext cx="8520600" cy="572700"/>
          </a:xfrm>
          <a:prstGeom prst="rect">
            <a:avLst/>
          </a:prstGeom>
          <a:noFill/>
          <a:ln>
            <a:noFill/>
          </a:ln>
        </p:spPr>
        <p:txBody>
          <a:bodyPr anchorCtr="0" anchor="t" bIns="91425" lIns="91425" spcFirstLastPara="1" rIns="91425" wrap="square" tIns="91425">
            <a:normAutofit/>
          </a:bodyPr>
          <a:lstStyle>
            <a:lvl1pPr lvl="0" rtl="1" algn="l">
              <a:lnSpc>
                <a:spcPct val="100000"/>
              </a:lnSpc>
              <a:spcBef>
                <a:spcPts val="0"/>
              </a:spcBef>
              <a:spcAft>
                <a:spcPts val="0"/>
              </a:spcAft>
              <a:buSzPts val="2500"/>
              <a:buNone/>
              <a:defRPr/>
            </a:lvl1pPr>
            <a:lvl2pPr lvl="1" rtl="1" algn="l">
              <a:lnSpc>
                <a:spcPct val="100000"/>
              </a:lnSpc>
              <a:spcBef>
                <a:spcPts val="0"/>
              </a:spcBef>
              <a:spcAft>
                <a:spcPts val="0"/>
              </a:spcAft>
              <a:buSzPts val="2800"/>
              <a:buNone/>
              <a:defRPr/>
            </a:lvl2pPr>
            <a:lvl3pPr lvl="2" rtl="1" algn="l">
              <a:lnSpc>
                <a:spcPct val="100000"/>
              </a:lnSpc>
              <a:spcBef>
                <a:spcPts val="0"/>
              </a:spcBef>
              <a:spcAft>
                <a:spcPts val="0"/>
              </a:spcAft>
              <a:buSzPts val="2800"/>
              <a:buNone/>
              <a:defRPr/>
            </a:lvl3pPr>
            <a:lvl4pPr lvl="3" rtl="1" algn="l">
              <a:lnSpc>
                <a:spcPct val="100000"/>
              </a:lnSpc>
              <a:spcBef>
                <a:spcPts val="0"/>
              </a:spcBef>
              <a:spcAft>
                <a:spcPts val="0"/>
              </a:spcAft>
              <a:buSzPts val="2800"/>
              <a:buNone/>
              <a:defRPr/>
            </a:lvl4pPr>
            <a:lvl5pPr lvl="4" rtl="1" algn="l">
              <a:lnSpc>
                <a:spcPct val="100000"/>
              </a:lnSpc>
              <a:spcBef>
                <a:spcPts val="0"/>
              </a:spcBef>
              <a:spcAft>
                <a:spcPts val="0"/>
              </a:spcAft>
              <a:buSzPts val="2800"/>
              <a:buNone/>
              <a:defRPr/>
            </a:lvl5pPr>
            <a:lvl6pPr lvl="5" rtl="1" algn="l">
              <a:lnSpc>
                <a:spcPct val="100000"/>
              </a:lnSpc>
              <a:spcBef>
                <a:spcPts val="0"/>
              </a:spcBef>
              <a:spcAft>
                <a:spcPts val="0"/>
              </a:spcAft>
              <a:buSzPts val="2800"/>
              <a:buNone/>
              <a:defRPr/>
            </a:lvl6pPr>
            <a:lvl7pPr lvl="6" rtl="1" algn="l">
              <a:lnSpc>
                <a:spcPct val="100000"/>
              </a:lnSpc>
              <a:spcBef>
                <a:spcPts val="0"/>
              </a:spcBef>
              <a:spcAft>
                <a:spcPts val="0"/>
              </a:spcAft>
              <a:buSzPts val="2800"/>
              <a:buNone/>
              <a:defRPr/>
            </a:lvl7pPr>
            <a:lvl8pPr lvl="7" rtl="1" algn="l">
              <a:lnSpc>
                <a:spcPct val="100000"/>
              </a:lnSpc>
              <a:spcBef>
                <a:spcPts val="0"/>
              </a:spcBef>
              <a:spcAft>
                <a:spcPts val="0"/>
              </a:spcAft>
              <a:buSzPts val="2800"/>
              <a:buNone/>
              <a:defRPr/>
            </a:lvl8pPr>
            <a:lvl9pPr lvl="8" rtl="1" algn="l">
              <a:lnSpc>
                <a:spcPct val="100000"/>
              </a:lnSpc>
              <a:spcBef>
                <a:spcPts val="0"/>
              </a:spcBef>
              <a:spcAft>
                <a:spcPts val="0"/>
              </a:spcAft>
              <a:buSzPts val="2800"/>
              <a:buNone/>
              <a:defRPr/>
            </a:lvl9pPr>
          </a:lstStyle>
          <a:p/>
        </p:txBody>
      </p:sp>
      <p:sp>
        <p:nvSpPr>
          <p:cNvPr id="32" name="Google Shape;32;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33" name="Google Shape;33;p29"/>
          <p:cNvPicPr preferRelativeResize="0"/>
          <p:nvPr/>
        </p:nvPicPr>
        <p:blipFill rotWithShape="1">
          <a:blip r:embed="rId2">
            <a:alphaModFix/>
          </a:blip>
          <a:srcRect b="0" l="0" r="0" t="0"/>
          <a:stretch/>
        </p:blipFill>
        <p:spPr>
          <a:xfrm>
            <a:off x="7959271" y="4703039"/>
            <a:ext cx="946580" cy="21398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3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rtl="1" algn="ctr">
              <a:lnSpc>
                <a:spcPct val="100000"/>
              </a:lnSpc>
              <a:spcBef>
                <a:spcPts val="0"/>
              </a:spcBef>
              <a:spcAft>
                <a:spcPts val="0"/>
              </a:spcAft>
              <a:buSzPts val="4200"/>
              <a:buNone/>
              <a:defRPr sz="4200"/>
            </a:lvl1pPr>
            <a:lvl2pPr lvl="1" rtl="1" algn="ctr">
              <a:lnSpc>
                <a:spcPct val="100000"/>
              </a:lnSpc>
              <a:spcBef>
                <a:spcPts val="0"/>
              </a:spcBef>
              <a:spcAft>
                <a:spcPts val="0"/>
              </a:spcAft>
              <a:buSzPts val="4200"/>
              <a:buNone/>
              <a:defRPr sz="4200"/>
            </a:lvl2pPr>
            <a:lvl3pPr lvl="2" rtl="1" algn="ctr">
              <a:lnSpc>
                <a:spcPct val="100000"/>
              </a:lnSpc>
              <a:spcBef>
                <a:spcPts val="0"/>
              </a:spcBef>
              <a:spcAft>
                <a:spcPts val="0"/>
              </a:spcAft>
              <a:buSzPts val="4200"/>
              <a:buNone/>
              <a:defRPr sz="4200"/>
            </a:lvl3pPr>
            <a:lvl4pPr lvl="3" rtl="1" algn="ctr">
              <a:lnSpc>
                <a:spcPct val="100000"/>
              </a:lnSpc>
              <a:spcBef>
                <a:spcPts val="0"/>
              </a:spcBef>
              <a:spcAft>
                <a:spcPts val="0"/>
              </a:spcAft>
              <a:buSzPts val="4200"/>
              <a:buNone/>
              <a:defRPr sz="4200"/>
            </a:lvl4pPr>
            <a:lvl5pPr lvl="4" rtl="1" algn="ctr">
              <a:lnSpc>
                <a:spcPct val="100000"/>
              </a:lnSpc>
              <a:spcBef>
                <a:spcPts val="0"/>
              </a:spcBef>
              <a:spcAft>
                <a:spcPts val="0"/>
              </a:spcAft>
              <a:buSzPts val="4200"/>
              <a:buNone/>
              <a:defRPr sz="4200"/>
            </a:lvl5pPr>
            <a:lvl6pPr lvl="5" rtl="1" algn="ctr">
              <a:lnSpc>
                <a:spcPct val="100000"/>
              </a:lnSpc>
              <a:spcBef>
                <a:spcPts val="0"/>
              </a:spcBef>
              <a:spcAft>
                <a:spcPts val="0"/>
              </a:spcAft>
              <a:buSzPts val="4200"/>
              <a:buNone/>
              <a:defRPr sz="4200"/>
            </a:lvl6pPr>
            <a:lvl7pPr lvl="6" rtl="1" algn="ctr">
              <a:lnSpc>
                <a:spcPct val="100000"/>
              </a:lnSpc>
              <a:spcBef>
                <a:spcPts val="0"/>
              </a:spcBef>
              <a:spcAft>
                <a:spcPts val="0"/>
              </a:spcAft>
              <a:buSzPts val="4200"/>
              <a:buNone/>
              <a:defRPr sz="4200"/>
            </a:lvl7pPr>
            <a:lvl8pPr lvl="7" rtl="1" algn="ctr">
              <a:lnSpc>
                <a:spcPct val="100000"/>
              </a:lnSpc>
              <a:spcBef>
                <a:spcPts val="0"/>
              </a:spcBef>
              <a:spcAft>
                <a:spcPts val="0"/>
              </a:spcAft>
              <a:buSzPts val="4200"/>
              <a:buNone/>
              <a:defRPr sz="4200"/>
            </a:lvl8pPr>
            <a:lvl9pPr lvl="8" rtl="1" algn="ctr">
              <a:lnSpc>
                <a:spcPct val="100000"/>
              </a:lnSpc>
              <a:spcBef>
                <a:spcPts val="0"/>
              </a:spcBef>
              <a:spcAft>
                <a:spcPts val="0"/>
              </a:spcAft>
              <a:buSzPts val="4200"/>
              <a:buNone/>
              <a:defRPr sz="4200"/>
            </a:lvl9pPr>
          </a:lstStyle>
          <a:p/>
        </p:txBody>
      </p:sp>
      <p:sp>
        <p:nvSpPr>
          <p:cNvPr id="36" name="Google Shape;36;p3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rtl="1" algn="ctr">
              <a:lnSpc>
                <a:spcPct val="100000"/>
              </a:lnSpc>
              <a:spcBef>
                <a:spcPts val="0"/>
              </a:spcBef>
              <a:spcAft>
                <a:spcPts val="0"/>
              </a:spcAft>
              <a:buSzPts val="2100"/>
              <a:buNone/>
              <a:defRPr sz="2100"/>
            </a:lvl1pPr>
            <a:lvl2pPr lvl="1" rtl="1" algn="ctr">
              <a:lnSpc>
                <a:spcPct val="100000"/>
              </a:lnSpc>
              <a:spcBef>
                <a:spcPts val="0"/>
              </a:spcBef>
              <a:spcAft>
                <a:spcPts val="0"/>
              </a:spcAft>
              <a:buSzPts val="2100"/>
              <a:buNone/>
              <a:defRPr sz="2100"/>
            </a:lvl2pPr>
            <a:lvl3pPr lvl="2" rtl="1" algn="ctr">
              <a:lnSpc>
                <a:spcPct val="100000"/>
              </a:lnSpc>
              <a:spcBef>
                <a:spcPts val="0"/>
              </a:spcBef>
              <a:spcAft>
                <a:spcPts val="0"/>
              </a:spcAft>
              <a:buSzPts val="2100"/>
              <a:buNone/>
              <a:defRPr sz="2100"/>
            </a:lvl3pPr>
            <a:lvl4pPr lvl="3" rtl="1" algn="ctr">
              <a:lnSpc>
                <a:spcPct val="100000"/>
              </a:lnSpc>
              <a:spcBef>
                <a:spcPts val="0"/>
              </a:spcBef>
              <a:spcAft>
                <a:spcPts val="0"/>
              </a:spcAft>
              <a:buSzPts val="2100"/>
              <a:buNone/>
              <a:defRPr sz="2100"/>
            </a:lvl4pPr>
            <a:lvl5pPr lvl="4" rtl="1" algn="ctr">
              <a:lnSpc>
                <a:spcPct val="100000"/>
              </a:lnSpc>
              <a:spcBef>
                <a:spcPts val="0"/>
              </a:spcBef>
              <a:spcAft>
                <a:spcPts val="0"/>
              </a:spcAft>
              <a:buSzPts val="2100"/>
              <a:buNone/>
              <a:defRPr sz="2100"/>
            </a:lvl5pPr>
            <a:lvl6pPr lvl="5" rtl="1" algn="ctr">
              <a:lnSpc>
                <a:spcPct val="100000"/>
              </a:lnSpc>
              <a:spcBef>
                <a:spcPts val="0"/>
              </a:spcBef>
              <a:spcAft>
                <a:spcPts val="0"/>
              </a:spcAft>
              <a:buSzPts val="2100"/>
              <a:buNone/>
              <a:defRPr sz="2100"/>
            </a:lvl6pPr>
            <a:lvl7pPr lvl="6" rtl="1" algn="ctr">
              <a:lnSpc>
                <a:spcPct val="100000"/>
              </a:lnSpc>
              <a:spcBef>
                <a:spcPts val="0"/>
              </a:spcBef>
              <a:spcAft>
                <a:spcPts val="0"/>
              </a:spcAft>
              <a:buSzPts val="2100"/>
              <a:buNone/>
              <a:defRPr sz="2100"/>
            </a:lvl7pPr>
            <a:lvl8pPr lvl="7" rtl="1" algn="ctr">
              <a:lnSpc>
                <a:spcPct val="100000"/>
              </a:lnSpc>
              <a:spcBef>
                <a:spcPts val="0"/>
              </a:spcBef>
              <a:spcAft>
                <a:spcPts val="0"/>
              </a:spcAft>
              <a:buSzPts val="2100"/>
              <a:buNone/>
              <a:defRPr sz="2100"/>
            </a:lvl8pPr>
            <a:lvl9pPr lvl="8" rtl="1" algn="ctr">
              <a:lnSpc>
                <a:spcPct val="100000"/>
              </a:lnSpc>
              <a:spcBef>
                <a:spcPts val="0"/>
              </a:spcBef>
              <a:spcAft>
                <a:spcPts val="0"/>
              </a:spcAft>
              <a:buSzPts val="2100"/>
              <a:buNone/>
              <a:defRPr sz="2100"/>
            </a:lvl9pPr>
          </a:lstStyle>
          <a:p/>
        </p:txBody>
      </p:sp>
      <p:sp>
        <p:nvSpPr>
          <p:cNvPr id="37" name="Google Shape;37;p3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rtl="1" algn="l">
              <a:lnSpc>
                <a:spcPct val="115000"/>
              </a:lnSpc>
              <a:spcBef>
                <a:spcPts val="0"/>
              </a:spcBef>
              <a:spcAft>
                <a:spcPts val="0"/>
              </a:spcAft>
              <a:buSzPts val="1800"/>
              <a:buChar char="●"/>
              <a:defRPr/>
            </a:lvl1pPr>
            <a:lvl2pPr indent="-317500" lvl="1" marL="914400" rtl="1" algn="l">
              <a:lnSpc>
                <a:spcPct val="115000"/>
              </a:lnSpc>
              <a:spcBef>
                <a:spcPts val="0"/>
              </a:spcBef>
              <a:spcAft>
                <a:spcPts val="0"/>
              </a:spcAft>
              <a:buSzPts val="1400"/>
              <a:buChar char="○"/>
              <a:defRPr/>
            </a:lvl2pPr>
            <a:lvl3pPr indent="-317500" lvl="2" marL="1371600" rtl="1" algn="l">
              <a:lnSpc>
                <a:spcPct val="115000"/>
              </a:lnSpc>
              <a:spcBef>
                <a:spcPts val="0"/>
              </a:spcBef>
              <a:spcAft>
                <a:spcPts val="0"/>
              </a:spcAft>
              <a:buSzPts val="1400"/>
              <a:buChar char="■"/>
              <a:defRPr/>
            </a:lvl3pPr>
            <a:lvl4pPr indent="-317500" lvl="3" marL="1828800" rtl="1" algn="l">
              <a:lnSpc>
                <a:spcPct val="115000"/>
              </a:lnSpc>
              <a:spcBef>
                <a:spcPts val="0"/>
              </a:spcBef>
              <a:spcAft>
                <a:spcPts val="0"/>
              </a:spcAft>
              <a:buSzPts val="1400"/>
              <a:buChar char="●"/>
              <a:defRPr/>
            </a:lvl4pPr>
            <a:lvl5pPr indent="-317500" lvl="4" marL="2286000" rtl="1" algn="l">
              <a:lnSpc>
                <a:spcPct val="115000"/>
              </a:lnSpc>
              <a:spcBef>
                <a:spcPts val="0"/>
              </a:spcBef>
              <a:spcAft>
                <a:spcPts val="0"/>
              </a:spcAft>
              <a:buSzPts val="1400"/>
              <a:buChar char="○"/>
              <a:defRPr/>
            </a:lvl5pPr>
            <a:lvl6pPr indent="-317500" lvl="5" marL="2743200" rtl="1" algn="l">
              <a:lnSpc>
                <a:spcPct val="115000"/>
              </a:lnSpc>
              <a:spcBef>
                <a:spcPts val="0"/>
              </a:spcBef>
              <a:spcAft>
                <a:spcPts val="0"/>
              </a:spcAft>
              <a:buSzPts val="1400"/>
              <a:buChar char="■"/>
              <a:defRPr/>
            </a:lvl6pPr>
            <a:lvl7pPr indent="-317500" lvl="6" marL="3200400" rtl="1" algn="l">
              <a:lnSpc>
                <a:spcPct val="115000"/>
              </a:lnSpc>
              <a:spcBef>
                <a:spcPts val="0"/>
              </a:spcBef>
              <a:spcAft>
                <a:spcPts val="0"/>
              </a:spcAft>
              <a:buSzPts val="1400"/>
              <a:buChar char="●"/>
              <a:defRPr/>
            </a:lvl7pPr>
            <a:lvl8pPr indent="-317500" lvl="7" marL="3657600" rtl="1" algn="l">
              <a:lnSpc>
                <a:spcPct val="115000"/>
              </a:lnSpc>
              <a:spcBef>
                <a:spcPts val="0"/>
              </a:spcBef>
              <a:spcAft>
                <a:spcPts val="0"/>
              </a:spcAft>
              <a:buSzPts val="1400"/>
              <a:buChar char="○"/>
              <a:defRPr/>
            </a:lvl8pPr>
            <a:lvl9pPr indent="-317500" lvl="8" marL="4114800" rtl="1" algn="l">
              <a:lnSpc>
                <a:spcPct val="115000"/>
              </a:lnSpc>
              <a:spcBef>
                <a:spcPts val="0"/>
              </a:spcBef>
              <a:spcAft>
                <a:spcPts val="0"/>
              </a:spcAft>
              <a:buSzPts val="1400"/>
              <a:buChar char="■"/>
              <a:defRPr/>
            </a:lvl9pPr>
          </a:lstStyle>
          <a:p/>
        </p:txBody>
      </p:sp>
      <p:sp>
        <p:nvSpPr>
          <p:cNvPr id="38" name="Google Shape;38;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8.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311700" y="282450"/>
            <a:ext cx="8520600" cy="572700"/>
          </a:xfrm>
          <a:prstGeom prst="rect">
            <a:avLst/>
          </a:prstGeom>
          <a:noFill/>
          <a:ln>
            <a:noFill/>
          </a:ln>
        </p:spPr>
        <p:txBody>
          <a:bodyPr anchorCtr="0" anchor="t" bIns="91425" lIns="91425" spcFirstLastPara="1" rIns="91425" wrap="square" tIns="91425">
            <a:normAutofit/>
          </a:bodyPr>
          <a:lstStyle>
            <a:lvl1pPr lvl="0" marR="0" rtl="1" algn="l">
              <a:lnSpc>
                <a:spcPct val="100000"/>
              </a:lnSpc>
              <a:spcBef>
                <a:spcPts val="0"/>
              </a:spcBef>
              <a:spcAft>
                <a:spcPts val="0"/>
              </a:spcAft>
              <a:buClr>
                <a:srgbClr val="4F29B7"/>
              </a:buClr>
              <a:buSzPts val="2500"/>
              <a:buFont typeface="IBM Plex Sans Arabic Medium"/>
              <a:buNone/>
              <a:defRPr b="0" i="0" sz="2500" u="none" cap="none" strike="noStrike">
                <a:solidFill>
                  <a:srgbClr val="4F29B7"/>
                </a:solidFill>
                <a:latin typeface="IBM Plex Sans Arabic Medium"/>
                <a:ea typeface="IBM Plex Sans Arabic Medium"/>
                <a:cs typeface="IBM Plex Sans Arabic Medium"/>
                <a:sym typeface="IBM Plex Sans Arabic Medium"/>
              </a:defRPr>
            </a:lvl1pPr>
            <a:lvl2pPr lvl="1"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2pPr>
            <a:lvl3pPr lvl="2"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3pPr>
            <a:lvl4pPr lvl="3"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4pPr>
            <a:lvl5pPr lvl="4"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5pPr>
            <a:lvl6pPr lvl="5"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6pPr>
            <a:lvl7pPr lvl="6"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7pPr>
            <a:lvl8pPr lvl="7"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8pPr>
            <a:lvl9pPr lvl="8" marR="0" rtl="1" algn="l">
              <a:lnSpc>
                <a:spcPct val="100000"/>
              </a:lnSpc>
              <a:spcBef>
                <a:spcPts val="0"/>
              </a:spcBef>
              <a:spcAft>
                <a:spcPts val="0"/>
              </a:spcAft>
              <a:buClr>
                <a:schemeClr val="dk1"/>
              </a:buClr>
              <a:buSzPts val="2800"/>
              <a:buFont typeface="IBM Plex Sans Medium"/>
              <a:buNone/>
              <a:defRPr b="0" i="0" sz="2800" u="none" cap="none" strike="noStrike">
                <a:solidFill>
                  <a:schemeClr val="dk1"/>
                </a:solidFill>
                <a:latin typeface="IBM Plex Sans Medium"/>
                <a:ea typeface="IBM Plex Sans Medium"/>
                <a:cs typeface="IBM Plex Sans Medium"/>
                <a:sym typeface="IBM Plex Sans Medium"/>
              </a:defRPr>
            </a:lvl9pPr>
          </a:lstStyle>
          <a:p/>
        </p:txBody>
      </p:sp>
      <p:sp>
        <p:nvSpPr>
          <p:cNvPr id="7" name="Google Shape;7;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1" algn="l">
              <a:lnSpc>
                <a:spcPct val="115000"/>
              </a:lnSpc>
              <a:spcBef>
                <a:spcPts val="0"/>
              </a:spcBef>
              <a:spcAft>
                <a:spcPts val="0"/>
              </a:spcAft>
              <a:buClr>
                <a:srgbClr val="252526"/>
              </a:buClr>
              <a:buSzPts val="1800"/>
              <a:buFont typeface="IBM Plex Sans Arabic"/>
              <a:buChar char="●"/>
              <a:defRPr b="0" i="0" sz="1800" u="none" cap="none" strike="noStrike">
                <a:solidFill>
                  <a:srgbClr val="252526"/>
                </a:solidFill>
                <a:latin typeface="IBM Plex Sans Arabic"/>
                <a:ea typeface="IBM Plex Sans Arabic"/>
                <a:cs typeface="IBM Plex Sans Arabic"/>
                <a:sym typeface="IBM Plex Sans Arabic"/>
              </a:defRPr>
            </a:lvl1pPr>
            <a:lvl2pPr indent="-317500" lvl="1" marL="9144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2pPr>
            <a:lvl3pPr indent="-317500" lvl="2" marL="13716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3pPr>
            <a:lvl4pPr indent="-317500" lvl="3" marL="18288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4pPr>
            <a:lvl5pPr indent="-317500" lvl="4" marL="22860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5pPr>
            <a:lvl6pPr indent="-317500" lvl="5" marL="27432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6pPr>
            <a:lvl7pPr indent="-317500" lvl="6" marL="32004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7pPr>
            <a:lvl8pPr indent="-317500" lvl="7" marL="36576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8pPr>
            <a:lvl9pPr indent="-317500" lvl="8" marL="4114800" marR="0" rtl="1" algn="l">
              <a:lnSpc>
                <a:spcPct val="115000"/>
              </a:lnSpc>
              <a:spcBef>
                <a:spcPts val="0"/>
              </a:spcBef>
              <a:spcAft>
                <a:spcPts val="0"/>
              </a:spcAft>
              <a:buClr>
                <a:srgbClr val="252526"/>
              </a:buClr>
              <a:buSzPts val="1400"/>
              <a:buFont typeface="IBM Plex Sans Arabic"/>
              <a:buChar char="■"/>
              <a:defRPr b="0" i="0" sz="1400" u="none" cap="none" strike="noStrike">
                <a:solidFill>
                  <a:srgbClr val="252526"/>
                </a:solidFill>
                <a:latin typeface="IBM Plex Sans Arabic"/>
                <a:ea typeface="IBM Plex Sans Arabic"/>
                <a:cs typeface="IBM Plex Sans Arabic"/>
                <a:sym typeface="IBM Plex Sans Arabic"/>
              </a:defRPr>
            </a:lvl9pPr>
          </a:lstStyle>
          <a:p/>
        </p:txBody>
      </p:sp>
      <p:sp>
        <p:nvSpPr>
          <p:cNvPr id="8" name="Google Shape;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2">
            <a:alphaModFix/>
          </a:blip>
          <a:srcRect b="0" l="0" r="0" t="0"/>
          <a:stretch/>
        </p:blipFill>
        <p:spPr>
          <a:xfrm>
            <a:off x="8030954" y="17475"/>
            <a:ext cx="1266092" cy="100790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 Id="rId4" Type="http://schemas.openxmlformats.org/officeDocument/2006/relationships/image" Target="../media/image27.png"/><Relationship Id="rId5"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drive.google.com/file/d/12IvkQMLk7Dyb4lcA_G71aeeMIQF8keW-/view?usp=drive_link" TargetMode="External"/><Relationship Id="rId4" Type="http://schemas.openxmlformats.org/officeDocument/2006/relationships/image" Target="../media/image37.jpg"/></Relationships>
</file>

<file path=ppt/slides/_rels/slide20.xml.rels><?xml version="1.0" encoding="UTF-8" standalone="yes"?><Relationships xmlns="http://schemas.openxmlformats.org/package/2006/relationships"><Relationship Id="rId11" Type="http://schemas.openxmlformats.org/officeDocument/2006/relationships/image" Target="../media/image25.png"/><Relationship Id="rId10" Type="http://schemas.openxmlformats.org/officeDocument/2006/relationships/image" Target="../media/image24.png"/><Relationship Id="rId13" Type="http://schemas.openxmlformats.org/officeDocument/2006/relationships/image" Target="../media/image26.png"/><Relationship Id="rId12" Type="http://schemas.openxmlformats.org/officeDocument/2006/relationships/image" Target="../media/image30.png"/><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34.png"/><Relationship Id="rId9" Type="http://schemas.openxmlformats.org/officeDocument/2006/relationships/image" Target="../media/image23.png"/><Relationship Id="rId15" Type="http://schemas.openxmlformats.org/officeDocument/2006/relationships/image" Target="../media/image31.png"/><Relationship Id="rId14" Type="http://schemas.openxmlformats.org/officeDocument/2006/relationships/image" Target="../media/image32.png"/><Relationship Id="rId17" Type="http://schemas.openxmlformats.org/officeDocument/2006/relationships/image" Target="../media/image39.png"/><Relationship Id="rId16" Type="http://schemas.openxmlformats.org/officeDocument/2006/relationships/image" Target="../media/image36.png"/><Relationship Id="rId5" Type="http://schemas.openxmlformats.org/officeDocument/2006/relationships/image" Target="../media/image21.png"/><Relationship Id="rId19" Type="http://schemas.openxmlformats.org/officeDocument/2006/relationships/image" Target="../media/image35.png"/><Relationship Id="rId6" Type="http://schemas.openxmlformats.org/officeDocument/2006/relationships/image" Target="../media/image20.png"/><Relationship Id="rId18" Type="http://schemas.openxmlformats.org/officeDocument/2006/relationships/image" Target="../media/image33.png"/><Relationship Id="rId7" Type="http://schemas.openxmlformats.org/officeDocument/2006/relationships/image" Target="../media/image38.png"/><Relationship Id="rId8"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1"/>
          <p:cNvSpPr txBox="1"/>
          <p:nvPr>
            <p:ph type="title"/>
          </p:nvPr>
        </p:nvSpPr>
        <p:spPr>
          <a:xfrm>
            <a:off x="5435226" y="867625"/>
            <a:ext cx="2974200" cy="2262000"/>
          </a:xfrm>
          <a:prstGeom prst="rect">
            <a:avLst/>
          </a:prstGeom>
          <a:noFill/>
          <a:ln>
            <a:noFill/>
          </a:ln>
        </p:spPr>
        <p:txBody>
          <a:bodyPr anchorCtr="0" anchor="b" bIns="91425" lIns="91425" spcFirstLastPara="1" rIns="91425" wrap="square" tIns="91425">
            <a:normAutofit/>
          </a:bodyPr>
          <a:lstStyle/>
          <a:p>
            <a:pPr indent="0" lvl="0" marL="0" rtl="0" algn="r">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p:nvPr>
            <p:ph idx="4294967295" type="body"/>
          </p:nvPr>
        </p:nvSpPr>
        <p:spPr>
          <a:xfrm>
            <a:off x="3902100" y="3253272"/>
            <a:ext cx="4447500" cy="1973484"/>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0"/>
              </a:spcBef>
              <a:spcAft>
                <a:spcPts val="1200"/>
              </a:spcAft>
              <a:buSzPts val="1800"/>
              <a:buNone/>
            </a:pPr>
            <a:r>
              <a:rPr lang="en-US" sz="3600">
                <a:solidFill>
                  <a:schemeClr val="lt1"/>
                </a:solidFill>
                <a:latin typeface="IBM Plex Sans Arabic Medium"/>
                <a:ea typeface="IBM Plex Sans Arabic Medium"/>
                <a:cs typeface="IBM Plex Sans Arabic Medium"/>
                <a:sym typeface="IBM Plex Sans Arabic Medium"/>
              </a:rPr>
              <a:t>Linear Algebra for Machine Learning</a:t>
            </a:r>
            <a:endParaRPr sz="360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1" algn="ctr">
              <a:lnSpc>
                <a:spcPct val="100000"/>
              </a:lnSpc>
              <a:spcBef>
                <a:spcPts val="0"/>
              </a:spcBef>
              <a:spcAft>
                <a:spcPts val="0"/>
              </a:spcAft>
              <a:buSzPts val="4300"/>
              <a:buFont typeface="Tajawal"/>
              <a:buNone/>
            </a:pPr>
            <a:r>
              <a:rPr lang="en-US" sz="4000">
                <a:latin typeface="Calibri"/>
                <a:ea typeface="Calibri"/>
                <a:cs typeface="Calibri"/>
                <a:sym typeface="Calibri"/>
              </a:rPr>
              <a:t>Introduction to Linear Algebra</a:t>
            </a:r>
            <a:br>
              <a:rPr lang="en-US" sz="4000">
                <a:latin typeface="Calibri"/>
                <a:ea typeface="Calibri"/>
                <a:cs typeface="Calibri"/>
                <a:sym typeface="Calibri"/>
              </a:rPr>
            </a:br>
            <a:br>
              <a:rPr lang="en-US" sz="1800">
                <a:latin typeface="Calibri"/>
                <a:ea typeface="Calibri"/>
                <a:cs typeface="Calibri"/>
                <a:sym typeface="Calibri"/>
              </a:rPr>
            </a:br>
            <a:endParaRPr/>
          </a:p>
        </p:txBody>
      </p:sp>
      <p:sp>
        <p:nvSpPr>
          <p:cNvPr id="50" name="Google Shape;50;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1" algn="ctr">
              <a:lnSpc>
                <a:spcPct val="100000"/>
              </a:lnSpc>
              <a:spcBef>
                <a:spcPts val="0"/>
              </a:spcBef>
              <a:spcAft>
                <a:spcPts val="0"/>
              </a:spcAft>
              <a:buSzPts val="2500"/>
              <a:buFont typeface="Tajawal"/>
              <a:buNone/>
            </a:pPr>
            <a:r>
              <a:rPr lang="en-US" sz="2800">
                <a:latin typeface="Calibri"/>
                <a:ea typeface="Calibri"/>
                <a:cs typeface="Calibri"/>
                <a:sym typeface="Calibri"/>
              </a:rPr>
              <a:t>Fundamentals and Applications</a:t>
            </a:r>
            <a:endParaRPr/>
          </a:p>
        </p:txBody>
      </p:sp>
      <p:sp>
        <p:nvSpPr>
          <p:cNvPr id="51" name="Google Shape;51;p2"/>
          <p:cNvSpPr txBox="1"/>
          <p:nvPr/>
        </p:nvSpPr>
        <p:spPr>
          <a:xfrm>
            <a:off x="3527778" y="4245036"/>
            <a:ext cx="4572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Calibri"/>
                <a:ea typeface="Calibri"/>
                <a:cs typeface="Calibri"/>
                <a:sym typeface="Calibri"/>
              </a:rPr>
              <a:t>By: Dr. Afshan Hashmi</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3"/>
          <p:cNvSpPr txBox="1"/>
          <p:nvPr/>
        </p:nvSpPr>
        <p:spPr>
          <a:xfrm>
            <a:off x="648586" y="1180214"/>
            <a:ext cx="6634716" cy="4167808"/>
          </a:xfrm>
          <a:prstGeom prst="rect">
            <a:avLst/>
          </a:prstGeom>
          <a:noFill/>
          <a:ln>
            <a:noFill/>
          </a:ln>
        </p:spPr>
        <p:txBody>
          <a:bodyPr anchorCtr="0" anchor="t" bIns="45700" lIns="91425" spcFirstLastPara="1" rIns="91425" wrap="square" tIns="45700">
            <a:spAutoFit/>
          </a:bodyPr>
          <a:lstStyle/>
          <a:p>
            <a:pPr indent="0" lvl="0" marL="0" marR="0" rtl="0" algn="just">
              <a:lnSpc>
                <a:spcPct val="125000"/>
              </a:lnSpc>
              <a:spcBef>
                <a:spcPts val="0"/>
              </a:spcBef>
              <a:spcAft>
                <a:spcPts val="0"/>
              </a:spcAft>
              <a:buNone/>
            </a:pPr>
            <a:r>
              <a:rPr b="1" i="0" lang="en-US" sz="2400" u="none" cap="none" strike="noStrike">
                <a:solidFill>
                  <a:srgbClr val="7030A0"/>
                </a:solidFill>
                <a:latin typeface="Arial"/>
                <a:ea typeface="Arial"/>
                <a:cs typeface="Arial"/>
                <a:sym typeface="Arial"/>
              </a:rPr>
              <a:t>Course Objectives:</a:t>
            </a:r>
            <a:endParaRPr/>
          </a:p>
          <a:p>
            <a:pPr indent="0" lvl="0" marL="0" marR="0" rtl="0" algn="just">
              <a:lnSpc>
                <a:spcPct val="125000"/>
              </a:lnSpc>
              <a:spcBef>
                <a:spcPts val="1000"/>
              </a:spcBef>
              <a:spcAft>
                <a:spcPts val="0"/>
              </a:spcAft>
              <a:buNone/>
            </a:pPr>
            <a:r>
              <a:rPr b="0" i="0" lang="en-US" sz="1800" u="none" cap="none" strike="noStrike">
                <a:solidFill>
                  <a:srgbClr val="000000"/>
                </a:solidFill>
                <a:latin typeface="Arial"/>
                <a:ea typeface="Arial"/>
                <a:cs typeface="Arial"/>
                <a:sym typeface="Arial"/>
              </a:rPr>
              <a:t>Recall and explain the relationship between machine learning concepts and mathematical constructs like vectors and matrices.</a:t>
            </a:r>
            <a:endParaRPr/>
          </a:p>
          <a:p>
            <a:pPr indent="0" lvl="0" marL="0" marR="0" rtl="0" algn="just">
              <a:lnSpc>
                <a:spcPct val="125000"/>
              </a:lnSpc>
              <a:spcBef>
                <a:spcPts val="1000"/>
              </a:spcBef>
              <a:spcAft>
                <a:spcPts val="0"/>
              </a:spcAft>
              <a:buNone/>
            </a:pPr>
            <a:r>
              <a:rPr b="1" i="0" lang="en-US" sz="2400" u="none" cap="none" strike="noStrike">
                <a:solidFill>
                  <a:srgbClr val="7030A0"/>
                </a:solidFill>
                <a:latin typeface="Arial"/>
                <a:ea typeface="Arial"/>
                <a:cs typeface="Arial"/>
                <a:sym typeface="Arial"/>
              </a:rPr>
              <a:t>Course Learning Outcomes:</a:t>
            </a:r>
            <a:endParaRPr b="0" i="0" sz="2400" u="none" cap="none" strike="noStrike">
              <a:solidFill>
                <a:srgbClr val="7030A0"/>
              </a:solidFill>
              <a:latin typeface="Arial"/>
              <a:ea typeface="Arial"/>
              <a:cs typeface="Arial"/>
              <a:sym typeface="Arial"/>
            </a:endParaRPr>
          </a:p>
          <a:p>
            <a:pPr indent="-342900" lvl="0" marL="342900" marR="0" rtl="0" algn="just">
              <a:lnSpc>
                <a:spcPct val="125000"/>
              </a:lnSpc>
              <a:spcBef>
                <a:spcPts val="1000"/>
              </a:spcBef>
              <a:spcAft>
                <a:spcPts val="0"/>
              </a:spcAft>
              <a:buClr>
                <a:srgbClr val="000000"/>
              </a:buClr>
              <a:buSzPts val="1800"/>
              <a:buFont typeface="Arial"/>
              <a:buAutoNum type="arabicPeriod"/>
            </a:pPr>
            <a:r>
              <a:rPr b="0" i="0" lang="en-US" sz="1800" u="none" cap="none" strike="noStrike">
                <a:solidFill>
                  <a:srgbClr val="000000"/>
                </a:solidFill>
                <a:latin typeface="Times New Roman"/>
                <a:ea typeface="Times New Roman"/>
                <a:cs typeface="Times New Roman"/>
                <a:sym typeface="Times New Roman"/>
              </a:rPr>
              <a:t>Recall how machine learning and vectors and matrices are related</a:t>
            </a:r>
            <a:endParaRPr b="0" i="0" sz="1800" u="none" cap="none" strike="noStrike">
              <a:solidFill>
                <a:srgbClr val="000000"/>
              </a:solidFill>
              <a:latin typeface="Proxima Nova"/>
              <a:ea typeface="Proxima Nova"/>
              <a:cs typeface="Proxima Nova"/>
              <a:sym typeface="Proxima Nova"/>
            </a:endParaRPr>
          </a:p>
          <a:p>
            <a:pPr indent="-342900" lvl="0" marL="342900" marR="0" rtl="0" algn="just">
              <a:lnSpc>
                <a:spcPct val="125000"/>
              </a:lnSpc>
              <a:spcBef>
                <a:spcPts val="0"/>
              </a:spcBef>
              <a:spcAft>
                <a:spcPts val="0"/>
              </a:spcAft>
              <a:buClr>
                <a:srgbClr val="000000"/>
              </a:buClr>
              <a:buSzPts val="1800"/>
              <a:buFont typeface="Arial"/>
              <a:buAutoNum type="arabicPeriod"/>
            </a:pPr>
            <a:r>
              <a:rPr b="0" i="0" lang="en-US" sz="1800" u="none" cap="none" strike="noStrike">
                <a:solidFill>
                  <a:srgbClr val="000000"/>
                </a:solidFill>
                <a:latin typeface="Times New Roman"/>
                <a:ea typeface="Times New Roman"/>
                <a:cs typeface="Times New Roman"/>
                <a:sym typeface="Times New Roman"/>
              </a:rPr>
              <a:t>Interpret how changes in the model parameters affect the quality of the fit to the training data</a:t>
            </a:r>
            <a:endParaRPr b="0" i="0" sz="1800" u="none" cap="none" strike="noStrike">
              <a:solidFill>
                <a:srgbClr val="000000"/>
              </a:solidFill>
              <a:latin typeface="Proxima Nova"/>
              <a:ea typeface="Proxima Nova"/>
              <a:cs typeface="Proxima Nova"/>
              <a:sym typeface="Proxima Nova"/>
            </a:endParaRPr>
          </a:p>
          <a:p>
            <a:pPr indent="0" lvl="0" marL="0" marR="0" rtl="0" algn="just">
              <a:lnSpc>
                <a:spcPct val="125000"/>
              </a:lnSpc>
              <a:spcBef>
                <a:spcPts val="1000"/>
              </a:spcBef>
              <a:spcAft>
                <a:spcPts val="0"/>
              </a:spcAft>
              <a:buNone/>
            </a:pPr>
            <a:r>
              <a:t/>
            </a:r>
            <a:endParaRPr b="0" i="0" sz="1800" u="none" cap="none" strike="noStrike">
              <a:solidFill>
                <a:srgbClr val="000000"/>
              </a:solidFill>
              <a:latin typeface="Proxima Nova"/>
              <a:ea typeface="Proxima Nova"/>
              <a:cs typeface="Proxima Nova"/>
              <a:sym typeface="Proxima Nova"/>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4"/>
          <p:cNvSpPr txBox="1"/>
          <p:nvPr>
            <p:ph type="title"/>
          </p:nvPr>
        </p:nvSpPr>
        <p:spPr>
          <a:xfrm>
            <a:off x="457200" y="445025"/>
            <a:ext cx="8329650" cy="627900"/>
          </a:xfrm>
          <a:prstGeom prst="rect">
            <a:avLst/>
          </a:prstGeom>
          <a:noFill/>
          <a:ln>
            <a:noFill/>
          </a:ln>
        </p:spPr>
        <p:txBody>
          <a:bodyPr anchorCtr="0" anchor="t" bIns="91425" lIns="91425" spcFirstLastPara="1" rIns="91425" wrap="square" tIns="91425">
            <a:normAutofit/>
          </a:bodyPr>
          <a:lstStyle/>
          <a:p>
            <a:pPr indent="0" lvl="0" marL="0" rtl="1" algn="l">
              <a:lnSpc>
                <a:spcPct val="100000"/>
              </a:lnSpc>
              <a:spcBef>
                <a:spcPts val="0"/>
              </a:spcBef>
              <a:spcAft>
                <a:spcPts val="0"/>
              </a:spcAft>
              <a:buClr>
                <a:srgbClr val="543198"/>
              </a:buClr>
              <a:buSzPts val="2500"/>
              <a:buNone/>
            </a:pPr>
            <a:r>
              <a:rPr lang="en-US"/>
              <a:t>The Role of Linear Algebra in Machine Learning</a:t>
            </a:r>
            <a:endParaRPr/>
          </a:p>
        </p:txBody>
      </p:sp>
      <p:sp>
        <p:nvSpPr>
          <p:cNvPr id="62" name="Google Shape;62;p4"/>
          <p:cNvSpPr txBox="1"/>
          <p:nvPr/>
        </p:nvSpPr>
        <p:spPr>
          <a:xfrm>
            <a:off x="407175" y="1212111"/>
            <a:ext cx="8329649" cy="343023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Arial"/>
                <a:ea typeface="Arial"/>
                <a:cs typeface="Arial"/>
                <a:sym typeface="Arial"/>
              </a:rPr>
              <a:t>Machine learning algorithms rely heavily on linear algebra. Vectors and matrices provide a concise and efficient way to represent data and perform the mathematical operations for many Machine Learning models. Let's explore how these mathematical tools are used:</a:t>
            </a:r>
            <a:endParaRPr/>
          </a:p>
          <a:p>
            <a:pPr indent="-342900" lvl="0" marL="342900" marR="0" rtl="0" algn="l">
              <a:lnSpc>
                <a:spcPct val="250000"/>
              </a:lnSpc>
              <a:spcBef>
                <a:spcPts val="0"/>
              </a:spcBef>
              <a:spcAft>
                <a:spcPts val="0"/>
              </a:spcAft>
              <a:buClr>
                <a:srgbClr val="000000"/>
              </a:buClr>
              <a:buSzPts val="1400"/>
              <a:buFont typeface="Noto Sans Symbols"/>
              <a:buChar char="❖"/>
            </a:pPr>
            <a:r>
              <a:rPr b="1" i="0" lang="en-US" sz="1400" u="none" cap="none" strike="noStrike">
                <a:solidFill>
                  <a:srgbClr val="000000"/>
                </a:solidFill>
                <a:latin typeface="Arial"/>
                <a:ea typeface="Arial"/>
                <a:cs typeface="Arial"/>
                <a:sym typeface="Arial"/>
              </a:rPr>
              <a:t>Data Representation</a:t>
            </a:r>
            <a:endParaRPr/>
          </a:p>
          <a:p>
            <a:pPr indent="-342900" lvl="0" marL="342900" marR="0" rtl="0" algn="l">
              <a:lnSpc>
                <a:spcPct val="250000"/>
              </a:lnSpc>
              <a:spcBef>
                <a:spcPts val="0"/>
              </a:spcBef>
              <a:spcAft>
                <a:spcPts val="0"/>
              </a:spcAft>
              <a:buClr>
                <a:srgbClr val="000000"/>
              </a:buClr>
              <a:buSzPts val="1400"/>
              <a:buFont typeface="Noto Sans Symbols"/>
              <a:buChar char="❖"/>
            </a:pPr>
            <a:r>
              <a:rPr b="1" i="0" lang="en-US" sz="1400" u="none" cap="none" strike="noStrike">
                <a:solidFill>
                  <a:srgbClr val="000000"/>
                </a:solidFill>
                <a:latin typeface="Arial"/>
                <a:ea typeface="Arial"/>
                <a:cs typeface="Arial"/>
                <a:sym typeface="Arial"/>
              </a:rPr>
              <a:t>Model Training and Computation</a:t>
            </a:r>
            <a:endParaRPr/>
          </a:p>
          <a:p>
            <a:pPr indent="-342900" lvl="0" marL="342900" marR="0" rtl="0" algn="l">
              <a:lnSpc>
                <a:spcPct val="250000"/>
              </a:lnSpc>
              <a:spcBef>
                <a:spcPts val="0"/>
              </a:spcBef>
              <a:spcAft>
                <a:spcPts val="0"/>
              </a:spcAft>
              <a:buClr>
                <a:srgbClr val="000000"/>
              </a:buClr>
              <a:buSzPts val="1400"/>
              <a:buFont typeface="Noto Sans Symbols"/>
              <a:buChar char="❖"/>
            </a:pPr>
            <a:r>
              <a:rPr b="1" i="0" lang="en-US" sz="1400" u="none" cap="none" strike="noStrike">
                <a:solidFill>
                  <a:srgbClr val="000000"/>
                </a:solidFill>
                <a:latin typeface="Arial"/>
                <a:ea typeface="Arial"/>
                <a:cs typeface="Arial"/>
                <a:sym typeface="Arial"/>
              </a:rPr>
              <a:t>Optimization (Gradient Descent)</a:t>
            </a:r>
            <a:endParaRPr/>
          </a:p>
          <a:p>
            <a:pPr indent="-342900" lvl="0" marL="342900" marR="0" rtl="0" algn="l">
              <a:lnSpc>
                <a:spcPct val="250000"/>
              </a:lnSpc>
              <a:spcBef>
                <a:spcPts val="0"/>
              </a:spcBef>
              <a:spcAft>
                <a:spcPts val="0"/>
              </a:spcAft>
              <a:buClr>
                <a:srgbClr val="000000"/>
              </a:buClr>
              <a:buSzPts val="1400"/>
              <a:buFont typeface="Noto Sans Symbols"/>
              <a:buChar char="❖"/>
            </a:pPr>
            <a:r>
              <a:rPr b="1" i="0" lang="en-US" sz="1400" u="none" cap="none" strike="noStrike">
                <a:solidFill>
                  <a:srgbClr val="000000"/>
                </a:solidFill>
                <a:latin typeface="Arial"/>
                <a:ea typeface="Arial"/>
                <a:cs typeface="Arial"/>
                <a:sym typeface="Arial"/>
              </a:rPr>
              <a:t>Dimensionality Reduction</a:t>
            </a:r>
            <a:endParaRPr/>
          </a:p>
          <a:p>
            <a:pPr indent="-342900" lvl="0" marL="342900" marR="0" rtl="0" algn="l">
              <a:lnSpc>
                <a:spcPct val="250000"/>
              </a:lnSpc>
              <a:spcBef>
                <a:spcPts val="0"/>
              </a:spcBef>
              <a:spcAft>
                <a:spcPts val="0"/>
              </a:spcAft>
              <a:buClr>
                <a:srgbClr val="000000"/>
              </a:buClr>
              <a:buSzPts val="1400"/>
              <a:buFont typeface="Noto Sans Symbols"/>
              <a:buChar char="❖"/>
            </a:pPr>
            <a:r>
              <a:rPr b="1" i="0" lang="en-US" sz="1400" u="none" cap="none" strike="noStrike">
                <a:solidFill>
                  <a:srgbClr val="000000"/>
                </a:solidFill>
                <a:latin typeface="Arial"/>
                <a:ea typeface="Arial"/>
                <a:cs typeface="Arial"/>
                <a:sym typeface="Arial"/>
              </a:rPr>
              <a:t>Distance and Similarity Measures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66" name="Shape 66"/>
        <p:cNvGrpSpPr/>
        <p:nvPr/>
      </p:nvGrpSpPr>
      <p:grpSpPr>
        <a:xfrm>
          <a:off x="0" y="0"/>
          <a:ext cx="0" cy="0"/>
          <a:chOff x="0" y="0"/>
          <a:chExt cx="0" cy="0"/>
        </a:xfrm>
      </p:grpSpPr>
      <p:pic>
        <p:nvPicPr>
          <p:cNvPr id="67" name="Google Shape;67;p5"/>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68" name="Google Shape;68;p5"/>
          <p:cNvSpPr txBox="1"/>
          <p:nvPr>
            <p:ph type="title"/>
          </p:nvPr>
        </p:nvSpPr>
        <p:spPr>
          <a:xfrm>
            <a:off x="872950" y="122160"/>
            <a:ext cx="6707400"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lang="en-US" sz="2000"/>
              <a:t>1. Data Representation</a:t>
            </a:r>
            <a:endParaRPr sz="3200"/>
          </a:p>
        </p:txBody>
      </p:sp>
      <p:sp>
        <p:nvSpPr>
          <p:cNvPr id="69" name="Google Shape;69;p5"/>
          <p:cNvSpPr txBox="1"/>
          <p:nvPr/>
        </p:nvSpPr>
        <p:spPr>
          <a:xfrm>
            <a:off x="190352" y="797442"/>
            <a:ext cx="8763297" cy="31713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Feature Vectors:  </a:t>
            </a:r>
            <a:r>
              <a:rPr b="0" i="0" lang="en-US" sz="1400" u="none" cap="none" strike="noStrike">
                <a:solidFill>
                  <a:srgbClr val="000000"/>
                </a:solidFill>
                <a:latin typeface="Arial"/>
                <a:ea typeface="Arial"/>
                <a:cs typeface="Arial"/>
                <a:sym typeface="Arial"/>
              </a:rPr>
              <a:t>Each data point in a machine learning dataset can be represented as a vector of features.  Think of it as a list of characteristics describing that data point.</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1" marL="457200" marR="0" rtl="0" algn="l">
              <a:lnSpc>
                <a:spcPct val="107000"/>
              </a:lnSpc>
              <a:spcBef>
                <a:spcPts val="0"/>
              </a:spcBef>
              <a:spcAft>
                <a:spcPts val="0"/>
              </a:spcAft>
              <a:buNone/>
            </a:pPr>
            <a:r>
              <a:rPr b="0" i="1" lang="en-US" sz="1400" u="none" cap="none" strike="noStrike">
                <a:solidFill>
                  <a:srgbClr val="000000"/>
                </a:solidFill>
                <a:latin typeface="Calibri"/>
                <a:ea typeface="Calibri"/>
                <a:cs typeface="Calibri"/>
                <a:sym typeface="Calibri"/>
              </a:rPr>
              <a:t>Example: A house price prediction model may use a feature vector </a:t>
            </a:r>
            <a:r>
              <a:rPr b="1" i="1" lang="en-US" sz="1400" u="none" cap="none" strike="noStrike">
                <a:solidFill>
                  <a:srgbClr val="000000"/>
                </a:solidFill>
                <a:latin typeface="Calibri"/>
                <a:ea typeface="Calibri"/>
                <a:cs typeface="Calibri"/>
                <a:sym typeface="Calibri"/>
              </a:rPr>
              <a:t>x</a:t>
            </a:r>
            <a:r>
              <a:rPr b="0" i="1" lang="en-US" sz="1400" u="none" cap="none" strike="noStrike">
                <a:solidFill>
                  <a:srgbClr val="000000"/>
                </a:solidFill>
                <a:latin typeface="Calibri"/>
                <a:ea typeface="Calibri"/>
                <a:cs typeface="Calibri"/>
                <a:sym typeface="Calibri"/>
              </a:rPr>
              <a:t> = [area, bedrooms, age] = [1500, 3, 10]</a:t>
            </a:r>
            <a:endParaRPr/>
          </a:p>
          <a:p>
            <a:pPr indent="0" lvl="0" marL="0" marR="0" rtl="0" algn="l">
              <a:lnSpc>
                <a:spcPct val="100000"/>
              </a:lnSpc>
              <a:spcBef>
                <a:spcPts val="800"/>
              </a:spcBef>
              <a:spcAft>
                <a:spcPts val="0"/>
              </a:spcAft>
              <a:buNone/>
            </a:pPr>
            <a:r>
              <a:rPr b="1" i="0" lang="en-US" sz="1400" u="none" cap="none" strike="noStrike">
                <a:solidFill>
                  <a:srgbClr val="000000"/>
                </a:solidFill>
                <a:latin typeface="Arial"/>
                <a:ea typeface="Arial"/>
                <a:cs typeface="Arial"/>
                <a:sym typeface="Arial"/>
              </a:rPr>
              <a:t>Datasets as Matrices:</a:t>
            </a:r>
            <a:r>
              <a:rPr b="0" i="0" lang="en-US" sz="1400" u="none" cap="none" strike="noStrike">
                <a:solidFill>
                  <a:srgbClr val="000000"/>
                </a:solidFill>
                <a:latin typeface="Arial"/>
                <a:ea typeface="Arial"/>
                <a:cs typeface="Arial"/>
                <a:sym typeface="Arial"/>
              </a:rPr>
              <a:t> When we have multiple data points, these feature vectors are organized into a matrix. Each </a:t>
            </a:r>
            <a:r>
              <a:rPr b="0" i="1" lang="en-US" sz="1400" u="none" cap="none" strike="noStrike">
                <a:solidFill>
                  <a:srgbClr val="000000"/>
                </a:solidFill>
                <a:latin typeface="Arial"/>
                <a:ea typeface="Arial"/>
                <a:cs typeface="Arial"/>
                <a:sym typeface="Arial"/>
              </a:rPr>
              <a:t>row</a:t>
            </a:r>
            <a:r>
              <a:rPr b="0" i="0" lang="en-US" sz="1400" u="none" cap="none" strike="noStrike">
                <a:solidFill>
                  <a:srgbClr val="000000"/>
                </a:solidFill>
                <a:latin typeface="Arial"/>
                <a:ea typeface="Arial"/>
                <a:cs typeface="Arial"/>
                <a:sym typeface="Arial"/>
              </a:rPr>
              <a:t> of the matrix represents a single data point (or instance), and each </a:t>
            </a:r>
            <a:r>
              <a:rPr b="0" i="1" lang="en-US" sz="1400" u="none" cap="none" strike="noStrike">
                <a:solidFill>
                  <a:srgbClr val="000000"/>
                </a:solidFill>
                <a:latin typeface="Arial"/>
                <a:ea typeface="Arial"/>
                <a:cs typeface="Arial"/>
                <a:sym typeface="Arial"/>
              </a:rPr>
              <a:t>column</a:t>
            </a:r>
            <a:r>
              <a:rPr b="0" i="0" lang="en-US" sz="1400" u="none" cap="none" strike="noStrike">
                <a:solidFill>
                  <a:srgbClr val="000000"/>
                </a:solidFill>
                <a:latin typeface="Arial"/>
                <a:ea typeface="Arial"/>
                <a:cs typeface="Arial"/>
                <a:sym typeface="Arial"/>
              </a:rPr>
              <a:t> represents a specific feature.</a:t>
            </a:r>
            <a:endParaRPr/>
          </a:p>
          <a:p>
            <a:pPr indent="0" lvl="1" marL="457200" marR="0" rtl="0" algn="l">
              <a:lnSpc>
                <a:spcPct val="100000"/>
              </a:lnSpc>
              <a:spcBef>
                <a:spcPts val="0"/>
              </a:spcBef>
              <a:spcAft>
                <a:spcPts val="0"/>
              </a:spcAft>
              <a:buNone/>
            </a:pPr>
            <a:r>
              <a:rPr b="0" i="1" lang="en-US" sz="1400" u="none" cap="none" strike="noStrike">
                <a:solidFill>
                  <a:srgbClr val="000000"/>
                </a:solidFill>
                <a:latin typeface="Calibri"/>
                <a:ea typeface="Calibri"/>
                <a:cs typeface="Calibri"/>
                <a:sym typeface="Calibri"/>
              </a:rPr>
              <a:t>Rows = Data samples</a:t>
            </a:r>
            <a:endParaRPr/>
          </a:p>
          <a:p>
            <a:pPr indent="0" lvl="1" marL="457200" marR="0" rtl="0" algn="l">
              <a:lnSpc>
                <a:spcPct val="100000"/>
              </a:lnSpc>
              <a:spcBef>
                <a:spcPts val="800"/>
              </a:spcBef>
              <a:spcAft>
                <a:spcPts val="0"/>
              </a:spcAft>
              <a:buNone/>
            </a:pPr>
            <a:r>
              <a:rPr b="0" i="1" lang="en-US" sz="1400" u="none" cap="none" strike="noStrike">
                <a:solidFill>
                  <a:srgbClr val="000000"/>
                </a:solidFill>
                <a:latin typeface="Calibri"/>
                <a:ea typeface="Calibri"/>
                <a:cs typeface="Calibri"/>
                <a:sym typeface="Calibri"/>
              </a:rPr>
              <a:t>Columns = Features</a:t>
            </a:r>
            <a:endParaRPr/>
          </a:p>
          <a:p>
            <a:pPr indent="0" lvl="1" marL="457200" marR="0" rtl="0" algn="l">
              <a:lnSpc>
                <a:spcPct val="100000"/>
              </a:lnSpc>
              <a:spcBef>
                <a:spcPts val="800"/>
              </a:spcBef>
              <a:spcAft>
                <a:spcPts val="0"/>
              </a:spcAft>
              <a:buNone/>
            </a:pPr>
            <a:r>
              <a:rPr b="0" i="1" lang="en-US" sz="1400" u="none" cap="none" strike="noStrike">
                <a:solidFill>
                  <a:srgbClr val="000000"/>
                </a:solidFill>
                <a:latin typeface="Calibri"/>
                <a:ea typeface="Calibri"/>
                <a:cs typeface="Calibri"/>
                <a:sym typeface="Calibri"/>
              </a:rPr>
              <a:t>Example: A dataset with </a:t>
            </a:r>
            <a:r>
              <a:rPr b="1" i="1" lang="en-US" sz="1400" u="none" cap="none" strike="noStrike">
                <a:solidFill>
                  <a:srgbClr val="000000"/>
                </a:solidFill>
                <a:latin typeface="Calibri"/>
                <a:ea typeface="Calibri"/>
                <a:cs typeface="Calibri"/>
                <a:sym typeface="Calibri"/>
              </a:rPr>
              <a:t>n samples</a:t>
            </a:r>
            <a:r>
              <a:rPr b="0" i="1" lang="en-US" sz="1400" u="none" cap="none" strike="noStrike">
                <a:solidFill>
                  <a:srgbClr val="000000"/>
                </a:solidFill>
                <a:latin typeface="Calibri"/>
                <a:ea typeface="Calibri"/>
                <a:cs typeface="Calibri"/>
                <a:sym typeface="Calibri"/>
              </a:rPr>
              <a:t> and </a:t>
            </a:r>
            <a:r>
              <a:rPr b="1" i="1" lang="en-US" sz="1400" u="none" cap="none" strike="noStrike">
                <a:solidFill>
                  <a:srgbClr val="000000"/>
                </a:solidFill>
                <a:latin typeface="Calibri"/>
                <a:ea typeface="Calibri"/>
                <a:cs typeface="Calibri"/>
                <a:sym typeface="Calibri"/>
              </a:rPr>
              <a:t>m features</a:t>
            </a:r>
            <a:r>
              <a:rPr b="0" i="1" lang="en-US" sz="1400" u="none" cap="none" strike="noStrike">
                <a:solidFill>
                  <a:srgbClr val="000000"/>
                </a:solidFill>
                <a:latin typeface="Calibri"/>
                <a:ea typeface="Calibri"/>
                <a:cs typeface="Calibri"/>
                <a:sym typeface="Calibri"/>
              </a:rPr>
              <a:t> is represented as an </a:t>
            </a:r>
            <a:r>
              <a:rPr b="1" i="1" lang="en-US" sz="1400" u="none" cap="none" strike="noStrike">
                <a:solidFill>
                  <a:srgbClr val="000000"/>
                </a:solidFill>
                <a:latin typeface="Calibri"/>
                <a:ea typeface="Calibri"/>
                <a:cs typeface="Calibri"/>
                <a:sym typeface="Calibri"/>
              </a:rPr>
              <a:t>n × m matrix</a:t>
            </a:r>
            <a:r>
              <a:rPr b="0" i="1" lang="en-US" sz="1400" u="none" cap="none" strike="noStrike">
                <a:solidFill>
                  <a:srgbClr val="000000"/>
                </a:solidFill>
                <a:latin typeface="Calibri"/>
                <a:ea typeface="Calibri"/>
                <a:cs typeface="Calibri"/>
                <a:sym typeface="Calibri"/>
              </a:rPr>
              <a:t>.</a:t>
            </a:r>
            <a:endParaRPr/>
          </a:p>
          <a:p>
            <a:pPr indent="0" lvl="0" marL="457200" marR="0" rtl="0" algn="l">
              <a:lnSpc>
                <a:spcPct val="107000"/>
              </a:lnSpc>
              <a:spcBef>
                <a:spcPts val="800"/>
              </a:spcBef>
              <a:spcAft>
                <a:spcPts val="0"/>
              </a:spcAft>
              <a:buNone/>
            </a:pPr>
            <a:r>
              <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80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70" name="Google Shape;70;p5"/>
          <p:cNvPicPr preferRelativeResize="0"/>
          <p:nvPr/>
        </p:nvPicPr>
        <p:blipFill rotWithShape="1">
          <a:blip r:embed="rId4">
            <a:alphaModFix/>
          </a:blip>
          <a:srcRect b="14271" l="0" r="6163" t="19182"/>
          <a:stretch/>
        </p:blipFill>
        <p:spPr>
          <a:xfrm>
            <a:off x="725612" y="3475110"/>
            <a:ext cx="4409913" cy="134893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74" name="Shape 74"/>
        <p:cNvGrpSpPr/>
        <p:nvPr/>
      </p:nvGrpSpPr>
      <p:grpSpPr>
        <a:xfrm>
          <a:off x="0" y="0"/>
          <a:ext cx="0" cy="0"/>
          <a:chOff x="0" y="0"/>
          <a:chExt cx="0" cy="0"/>
        </a:xfrm>
      </p:grpSpPr>
      <p:pic>
        <p:nvPicPr>
          <p:cNvPr id="75" name="Google Shape;75;p6"/>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76" name="Google Shape;76;p6"/>
          <p:cNvSpPr txBox="1"/>
          <p:nvPr>
            <p:ph type="title"/>
          </p:nvPr>
        </p:nvSpPr>
        <p:spPr>
          <a:xfrm>
            <a:off x="872950" y="122160"/>
            <a:ext cx="6707400"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lang="en-US" sz="2000">
                <a:latin typeface="Calibri"/>
                <a:ea typeface="Calibri"/>
                <a:cs typeface="Calibri"/>
                <a:sym typeface="Calibri"/>
              </a:rPr>
              <a:t>2. Model Training and Computation</a:t>
            </a:r>
            <a:endParaRPr sz="3200"/>
          </a:p>
        </p:txBody>
      </p:sp>
      <p:sp>
        <p:nvSpPr>
          <p:cNvPr id="77" name="Google Shape;77;p6"/>
          <p:cNvSpPr txBox="1"/>
          <p:nvPr/>
        </p:nvSpPr>
        <p:spPr>
          <a:xfrm>
            <a:off x="190352" y="797442"/>
            <a:ext cx="8763297" cy="3197350"/>
          </a:xfrm>
          <a:prstGeom prst="rect">
            <a:avLst/>
          </a:prstGeom>
          <a:noFill/>
          <a:ln>
            <a:noFill/>
          </a:ln>
        </p:spPr>
        <p:txBody>
          <a:bodyPr anchorCtr="0" anchor="t" bIns="45700" lIns="91425" spcFirstLastPara="1" rIns="91425" wrap="square" tIns="45700">
            <a:spAutoFit/>
          </a:bodyPr>
          <a:lstStyle/>
          <a:p>
            <a:pPr indent="0" lvl="0" marL="457200" marR="0" rtl="0" algn="l">
              <a:lnSpc>
                <a:spcPct val="107000"/>
              </a:lnSpc>
              <a:spcBef>
                <a:spcPts val="0"/>
              </a:spcBef>
              <a:spcAft>
                <a:spcPts val="0"/>
              </a:spcAft>
              <a:buNone/>
            </a:pPr>
            <a:r>
              <a:rPr b="1" i="1" lang="en-US" sz="1600" u="none" cap="none" strike="noStrike">
                <a:solidFill>
                  <a:srgbClr val="000000"/>
                </a:solidFill>
                <a:latin typeface="Arial"/>
                <a:ea typeface="Arial"/>
                <a:cs typeface="Arial"/>
                <a:sym typeface="Arial"/>
              </a:rPr>
              <a:t>Linear Regression: </a:t>
            </a:r>
            <a:r>
              <a:rPr b="0" i="0" lang="en-US" sz="1600" u="none" cap="none" strike="noStrike">
                <a:solidFill>
                  <a:srgbClr val="000000"/>
                </a:solidFill>
                <a:latin typeface="Arial"/>
                <a:ea typeface="Arial"/>
                <a:cs typeface="Arial"/>
                <a:sym typeface="Arial"/>
              </a:rPr>
              <a:t>This model predicts a value based on a linear combination of the features. Using </a:t>
            </a:r>
            <a:r>
              <a:rPr b="0" i="0" lang="en-US" sz="1800" u="none" cap="none" strike="noStrike">
                <a:solidFill>
                  <a:srgbClr val="000000"/>
                </a:solidFill>
                <a:latin typeface="Calibri"/>
                <a:ea typeface="Calibri"/>
                <a:cs typeface="Calibri"/>
                <a:sym typeface="Calibri"/>
              </a:rPr>
              <a:t>matrix multiplication to calculate the  predictions</a:t>
            </a:r>
            <a:r>
              <a:rPr b="0" i="0" lang="en-US" sz="1600" u="none" cap="none" strike="noStrike">
                <a:solidFill>
                  <a:srgbClr val="000000"/>
                </a:solidFill>
                <a:latin typeface="Arial"/>
                <a:ea typeface="Arial"/>
                <a:cs typeface="Arial"/>
                <a:sym typeface="Arial"/>
              </a:rPr>
              <a:t> </a:t>
            </a:r>
            <a:endParaRPr/>
          </a:p>
          <a:p>
            <a:pPr indent="0" lvl="0" marL="457200" marR="0" rtl="0" algn="l">
              <a:lnSpc>
                <a:spcPct val="107000"/>
              </a:lnSpc>
              <a:spcBef>
                <a:spcPts val="800"/>
              </a:spcBef>
              <a:spcAft>
                <a:spcPts val="0"/>
              </a:spcAft>
              <a:buNone/>
            </a:pPr>
            <a:r>
              <a:rPr b="0" i="0" lang="en-US" sz="1600" u="none" cap="none" strike="noStrike">
                <a:solidFill>
                  <a:srgbClr val="000000"/>
                </a:solidFill>
                <a:latin typeface="Arial"/>
                <a:ea typeface="Arial"/>
                <a:cs typeface="Arial"/>
                <a:sym typeface="Arial"/>
              </a:rPr>
              <a:t>Model:  y = Xw + b</a:t>
            </a:r>
            <a:endParaRPr/>
          </a:p>
          <a:p>
            <a:pPr indent="0" lvl="0" marL="457200" marR="0" rtl="0" algn="l">
              <a:lnSpc>
                <a:spcPct val="107000"/>
              </a:lnSpc>
              <a:spcBef>
                <a:spcPts val="800"/>
              </a:spcBef>
              <a:spcAft>
                <a:spcPts val="0"/>
              </a:spcAft>
              <a:buNone/>
            </a:pPr>
            <a:r>
              <a:rPr b="0" i="0" lang="en-US" sz="1600" u="none" cap="none" strike="noStrike">
                <a:solidFill>
                  <a:srgbClr val="000000"/>
                </a:solidFill>
                <a:latin typeface="Arial"/>
                <a:ea typeface="Arial"/>
                <a:cs typeface="Arial"/>
                <a:sym typeface="Arial"/>
              </a:rPr>
              <a:t>X: Feature matrix </a:t>
            </a:r>
            <a:endParaRPr/>
          </a:p>
          <a:p>
            <a:pPr indent="0" lvl="0" marL="457200" marR="0" rtl="0" algn="l">
              <a:lnSpc>
                <a:spcPct val="107000"/>
              </a:lnSpc>
              <a:spcBef>
                <a:spcPts val="800"/>
              </a:spcBef>
              <a:spcAft>
                <a:spcPts val="0"/>
              </a:spcAft>
              <a:buNone/>
            </a:pPr>
            <a:r>
              <a:rPr b="0" i="0" lang="en-US" sz="1600" u="none" cap="none" strike="noStrike">
                <a:solidFill>
                  <a:srgbClr val="000000"/>
                </a:solidFill>
                <a:latin typeface="Arial"/>
                <a:ea typeface="Arial"/>
                <a:cs typeface="Arial"/>
                <a:sym typeface="Arial"/>
              </a:rPr>
              <a:t>w: Weight vector </a:t>
            </a:r>
            <a:endParaRPr/>
          </a:p>
          <a:p>
            <a:pPr indent="0" lvl="0" marL="457200" marR="0" rtl="0" algn="l">
              <a:lnSpc>
                <a:spcPct val="107000"/>
              </a:lnSpc>
              <a:spcBef>
                <a:spcPts val="800"/>
              </a:spcBef>
              <a:spcAft>
                <a:spcPts val="0"/>
              </a:spcAft>
              <a:buNone/>
            </a:pPr>
            <a:r>
              <a:rPr b="0" i="0" lang="en-US" sz="1600" u="none" cap="none" strike="noStrike">
                <a:solidFill>
                  <a:srgbClr val="000000"/>
                </a:solidFill>
                <a:latin typeface="Arial"/>
                <a:ea typeface="Arial"/>
                <a:cs typeface="Arial"/>
                <a:sym typeface="Arial"/>
              </a:rPr>
              <a:t>b: Bias </a:t>
            </a:r>
            <a:endParaRPr/>
          </a:p>
          <a:p>
            <a:pPr indent="0" lvl="0" marL="457200" marR="0" rtl="0" algn="l">
              <a:lnSpc>
                <a:spcPct val="107000"/>
              </a:lnSpc>
              <a:spcBef>
                <a:spcPts val="800"/>
              </a:spcBef>
              <a:spcAft>
                <a:spcPts val="0"/>
              </a:spcAft>
              <a:buNone/>
            </a:pPr>
            <a:r>
              <a:rPr b="0" i="0" lang="en-US" sz="1600" u="none" cap="none" strike="noStrike">
                <a:solidFill>
                  <a:srgbClr val="000000"/>
                </a:solidFill>
                <a:latin typeface="Arial"/>
                <a:ea typeface="Arial"/>
                <a:cs typeface="Arial"/>
                <a:sym typeface="Arial"/>
              </a:rPr>
              <a:t>y: Predicted output </a:t>
            </a:r>
            <a:endParaRPr/>
          </a:p>
          <a:p>
            <a:pPr indent="0" lvl="0" marL="457200" marR="0" rtl="0" algn="l">
              <a:lnSpc>
                <a:spcPct val="107000"/>
              </a:lnSpc>
              <a:spcBef>
                <a:spcPts val="800"/>
              </a:spcBef>
              <a:spcAft>
                <a:spcPts val="0"/>
              </a:spcAft>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None/>
            </a:pPr>
            <a:r>
              <a:t/>
            </a:r>
            <a:endParaRPr b="0" i="0" sz="1600" u="none" cap="none" strike="noStrike">
              <a:solidFill>
                <a:srgbClr val="000000"/>
              </a:solidFill>
              <a:latin typeface="Arial"/>
              <a:ea typeface="Arial"/>
              <a:cs typeface="Arial"/>
              <a:sym typeface="Arial"/>
            </a:endParaRPr>
          </a:p>
        </p:txBody>
      </p:sp>
      <p:pic>
        <p:nvPicPr>
          <p:cNvPr id="78" name="Google Shape;78;p6"/>
          <p:cNvPicPr preferRelativeResize="0"/>
          <p:nvPr/>
        </p:nvPicPr>
        <p:blipFill rotWithShape="1">
          <a:blip r:embed="rId4">
            <a:alphaModFix/>
          </a:blip>
          <a:srcRect b="0" l="42656" r="0" t="0"/>
          <a:stretch/>
        </p:blipFill>
        <p:spPr>
          <a:xfrm>
            <a:off x="2828260" y="3442759"/>
            <a:ext cx="2905790" cy="1171575"/>
          </a:xfrm>
          <a:prstGeom prst="rect">
            <a:avLst/>
          </a:prstGeom>
          <a:noFill/>
          <a:ln>
            <a:noFill/>
          </a:ln>
        </p:spPr>
      </p:pic>
      <p:sp>
        <p:nvSpPr>
          <p:cNvPr id="79" name="Google Shape;79;p6"/>
          <p:cNvSpPr txBox="1"/>
          <p:nvPr/>
        </p:nvSpPr>
        <p:spPr>
          <a:xfrm>
            <a:off x="2371061" y="4038281"/>
            <a:ext cx="344220"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3F3F3F"/>
                </a:solidFill>
                <a:latin typeface="Arial"/>
                <a:ea typeface="Arial"/>
                <a:cs typeface="Arial"/>
                <a:sym typeface="Arial"/>
              </a:rPr>
              <a: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83"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85" name="Google Shape;85;p7"/>
          <p:cNvSpPr txBox="1"/>
          <p:nvPr>
            <p:ph type="title"/>
          </p:nvPr>
        </p:nvSpPr>
        <p:spPr>
          <a:xfrm>
            <a:off x="872950" y="122160"/>
            <a:ext cx="6707400"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lang="en-US" sz="2000">
                <a:latin typeface="Calibri"/>
                <a:ea typeface="Calibri"/>
                <a:cs typeface="Calibri"/>
                <a:sym typeface="Calibri"/>
              </a:rPr>
              <a:t>3. </a:t>
            </a:r>
            <a:r>
              <a:rPr b="1" i="1" lang="en-US" sz="2000">
                <a:latin typeface="Arial"/>
                <a:ea typeface="Arial"/>
                <a:cs typeface="Arial"/>
                <a:sym typeface="Arial"/>
              </a:rPr>
              <a:t>Optimization (Gradient Descent)</a:t>
            </a:r>
            <a:endParaRPr sz="3200"/>
          </a:p>
        </p:txBody>
      </p:sp>
      <p:sp>
        <p:nvSpPr>
          <p:cNvPr id="86" name="Google Shape;86;p7"/>
          <p:cNvSpPr txBox="1"/>
          <p:nvPr/>
        </p:nvSpPr>
        <p:spPr>
          <a:xfrm>
            <a:off x="190352" y="797442"/>
            <a:ext cx="8763297" cy="2124556"/>
          </a:xfrm>
          <a:prstGeom prst="rect">
            <a:avLst/>
          </a:prstGeom>
          <a:noFill/>
          <a:ln>
            <a:noFill/>
          </a:ln>
        </p:spPr>
        <p:txBody>
          <a:bodyPr anchorCtr="0" anchor="t" bIns="45700" lIns="91425" spcFirstLastPara="1" rIns="91425" wrap="square" tIns="45700">
            <a:spAutoFit/>
          </a:bodyPr>
          <a:lstStyle/>
          <a:p>
            <a:pPr indent="0" lvl="0" marL="457200" marR="0" rtl="0" algn="l">
              <a:lnSpc>
                <a:spcPct val="107000"/>
              </a:lnSpc>
              <a:spcBef>
                <a:spcPts val="0"/>
              </a:spcBef>
              <a:spcAft>
                <a:spcPts val="0"/>
              </a:spcAft>
              <a:buNone/>
            </a:pPr>
            <a:r>
              <a:rPr b="0" i="0" lang="en-US" sz="1600" u="none" cap="none" strike="noStrike">
                <a:solidFill>
                  <a:srgbClr val="000000"/>
                </a:solidFill>
                <a:latin typeface="Arial"/>
                <a:ea typeface="Arial"/>
                <a:cs typeface="Arial"/>
                <a:sym typeface="Arial"/>
              </a:rPr>
              <a:t>Machine learning models learn by adjusting their parameters (like w and b in linear regression). Gradient descent is a common algorithm for this, and it relies on vector calculus.</a:t>
            </a:r>
            <a:endParaRPr/>
          </a:p>
          <a:p>
            <a:pPr indent="0" lvl="0" marL="457200" marR="0" rtl="0" algn="l">
              <a:lnSpc>
                <a:spcPct val="107000"/>
              </a:lnSpc>
              <a:spcBef>
                <a:spcPts val="800"/>
              </a:spcBef>
              <a:spcAft>
                <a:spcPts val="0"/>
              </a:spcAft>
              <a:buNone/>
            </a:pPr>
            <a:r>
              <a:rPr b="1" i="1" lang="en-US" sz="1600" u="none" cap="none" strike="noStrike">
                <a:solidFill>
                  <a:srgbClr val="000000"/>
                </a:solidFill>
                <a:latin typeface="Arial"/>
                <a:ea typeface="Arial"/>
                <a:cs typeface="Arial"/>
                <a:sym typeface="Arial"/>
              </a:rPr>
              <a:t>Process:  </a:t>
            </a:r>
            <a:r>
              <a:rPr b="0" i="1" lang="en-US" sz="1600" u="none" cap="none" strike="noStrike">
                <a:solidFill>
                  <a:srgbClr val="000000"/>
                </a:solidFill>
                <a:latin typeface="Arial"/>
                <a:ea typeface="Arial"/>
                <a:cs typeface="Arial"/>
                <a:sym typeface="Arial"/>
              </a:rPr>
              <a:t>The gradient of a loss function (which measures how well the model is performing) is calculated. This gradient is a vector that points in the direction of the steepest ascent.  We move against the gradient (downhill) to find better parameter values.</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None/>
            </a:pPr>
            <a:r>
              <a:t/>
            </a:r>
            <a:endParaRPr b="0" i="0" sz="1600" u="none" cap="none" strike="noStrike">
              <a:solidFill>
                <a:srgbClr val="000000"/>
              </a:solidFill>
              <a:latin typeface="Arial"/>
              <a:ea typeface="Arial"/>
              <a:cs typeface="Arial"/>
              <a:sym typeface="Arial"/>
            </a:endParaRPr>
          </a:p>
        </p:txBody>
      </p:sp>
      <p:pic>
        <p:nvPicPr>
          <p:cNvPr id="87" name="Google Shape;87;p7"/>
          <p:cNvPicPr preferRelativeResize="0"/>
          <p:nvPr/>
        </p:nvPicPr>
        <p:blipFill rotWithShape="1">
          <a:blip r:embed="rId4">
            <a:alphaModFix/>
          </a:blip>
          <a:srcRect b="0" l="0" r="0" t="0"/>
          <a:stretch/>
        </p:blipFill>
        <p:spPr>
          <a:xfrm>
            <a:off x="2119866" y="2798798"/>
            <a:ext cx="4457700" cy="1876425"/>
          </a:xfrm>
          <a:prstGeom prst="rect">
            <a:avLst/>
          </a:prstGeom>
          <a:solidFill>
            <a:srgbClr val="D8E6FC"/>
          </a:solid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91" name="Shape 91"/>
        <p:cNvGrpSpPr/>
        <p:nvPr/>
      </p:nvGrpSpPr>
      <p:grpSpPr>
        <a:xfrm>
          <a:off x="0" y="0"/>
          <a:ext cx="0" cy="0"/>
          <a:chOff x="0" y="0"/>
          <a:chExt cx="0" cy="0"/>
        </a:xfrm>
      </p:grpSpPr>
      <p:pic>
        <p:nvPicPr>
          <p:cNvPr id="92" name="Google Shape;92;p8"/>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93" name="Google Shape;93;p8"/>
          <p:cNvSpPr txBox="1"/>
          <p:nvPr>
            <p:ph type="title"/>
          </p:nvPr>
        </p:nvSpPr>
        <p:spPr>
          <a:xfrm>
            <a:off x="872950" y="122160"/>
            <a:ext cx="6984510"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lang="en-US" sz="2000">
                <a:latin typeface="Calibri"/>
                <a:ea typeface="Calibri"/>
                <a:cs typeface="Calibri"/>
                <a:sym typeface="Calibri"/>
              </a:rPr>
              <a:t>4. </a:t>
            </a:r>
            <a:r>
              <a:rPr lang="en-US" sz="2000"/>
              <a:t>Dimensionality Reduction: Simplifying Complex Data</a:t>
            </a:r>
            <a:br>
              <a:rPr lang="en-US" sz="1600">
                <a:latin typeface="Arial"/>
                <a:ea typeface="Arial"/>
                <a:cs typeface="Arial"/>
                <a:sym typeface="Arial"/>
              </a:rPr>
            </a:br>
            <a:endParaRPr sz="3200"/>
          </a:p>
        </p:txBody>
      </p:sp>
      <p:sp>
        <p:nvSpPr>
          <p:cNvPr id="94" name="Google Shape;94;p8"/>
          <p:cNvSpPr txBox="1"/>
          <p:nvPr/>
        </p:nvSpPr>
        <p:spPr>
          <a:xfrm>
            <a:off x="606056" y="871870"/>
            <a:ext cx="7559749" cy="39703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Imagine you're trying to understand a complex system, like the factors influencing a city's air quality. You might have dozens of measurements: pollution levels, traffic volume, weather conditions, industrial activity, and so on. Analyzing all these factors at once can be overwhelming and computationally expensive. This is where dimensionality reduction comes in.</a:t>
            </a:r>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What is Dimensionality Reduction?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Dimensionality reduction is a technique that aims to simplify high-dimensional data by reducing the number of features (or dimensions) while preserving the essential information. This simplification can make data easier to visualize, process, and analyze, and it can also help prevent overfitting in machine learning models. Techniques like: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en-US" sz="1400" u="none" cap="none" strike="noStrike">
                <a:solidFill>
                  <a:srgbClr val="000000"/>
                </a:solidFill>
                <a:latin typeface="Arial"/>
                <a:ea typeface="Arial"/>
                <a:cs typeface="Arial"/>
                <a:sym typeface="Arial"/>
              </a:rPr>
              <a:t>Principal Component Analysis (PCA) </a:t>
            </a:r>
            <a:r>
              <a:rPr b="0" i="0" lang="en-US" sz="1400" u="none" cap="none" strike="noStrike">
                <a:solidFill>
                  <a:srgbClr val="000000"/>
                </a:solidFill>
                <a:latin typeface="Arial"/>
                <a:ea typeface="Arial"/>
                <a:cs typeface="Arial"/>
                <a:sym typeface="Arial"/>
              </a:rPr>
              <a:t>use eigenvectors and eigenvalues (concepts from linear algebra) to reduce the number of features while preserving important information. This is useful for dealing with high-dimensional data.</a:t>
            </a:r>
            <a:endParaRPr/>
          </a:p>
          <a:p>
            <a:pPr indent="-285750" lvl="0" marL="285750" marR="0" rtl="0" algn="l">
              <a:lnSpc>
                <a:spcPct val="100000"/>
              </a:lnSpc>
              <a:spcBef>
                <a:spcPts val="0"/>
              </a:spcBef>
              <a:spcAft>
                <a:spcPts val="0"/>
              </a:spcAft>
              <a:buClr>
                <a:srgbClr val="000000"/>
              </a:buClr>
              <a:buSzPts val="1400"/>
              <a:buFont typeface="Noto Sans Symbols"/>
              <a:buChar char="⮚"/>
            </a:pPr>
            <a:r>
              <a:rPr b="1" i="0" lang="en-US" sz="1400" u="none" cap="none" strike="noStrike">
                <a:solidFill>
                  <a:srgbClr val="000000"/>
                </a:solidFill>
                <a:latin typeface="Arial"/>
                <a:ea typeface="Arial"/>
                <a:cs typeface="Arial"/>
                <a:sym typeface="Arial"/>
              </a:rPr>
              <a:t>Singular Value Decomposition (SVD): </a:t>
            </a:r>
            <a:r>
              <a:rPr b="0" i="0" lang="en-US" sz="1400" u="none" cap="none" strike="noStrike">
                <a:solidFill>
                  <a:srgbClr val="000000"/>
                </a:solidFill>
                <a:latin typeface="Arial"/>
                <a:ea typeface="Arial"/>
                <a:cs typeface="Arial"/>
                <a:sym typeface="Arial"/>
              </a:rPr>
              <a:t>Another powerful technique for dimensionality reduction is Singular Value Decomposition (SVD). Unlike PCA, which works on the covariance matrix of the data, SVD directly decomposes the data matrix itself.</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98" name="Shape 98"/>
        <p:cNvGrpSpPr/>
        <p:nvPr/>
      </p:nvGrpSpPr>
      <p:grpSpPr>
        <a:xfrm>
          <a:off x="0" y="0"/>
          <a:ext cx="0" cy="0"/>
          <a:chOff x="0" y="0"/>
          <a:chExt cx="0" cy="0"/>
        </a:xfrm>
      </p:grpSpPr>
      <p:pic>
        <p:nvPicPr>
          <p:cNvPr id="99" name="Google Shape;99;p9"/>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100" name="Google Shape;100;p9"/>
          <p:cNvSpPr txBox="1"/>
          <p:nvPr>
            <p:ph type="title"/>
          </p:nvPr>
        </p:nvSpPr>
        <p:spPr>
          <a:xfrm>
            <a:off x="872950" y="122160"/>
            <a:ext cx="6984510"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lang="en-US" sz="2000">
                <a:latin typeface="Calibri"/>
                <a:ea typeface="Calibri"/>
                <a:cs typeface="Calibri"/>
                <a:sym typeface="Calibri"/>
              </a:rPr>
              <a:t>5. </a:t>
            </a:r>
            <a:r>
              <a:rPr lang="en-US" sz="2000"/>
              <a:t>Dimensionality Reduction: Simplifying Complex Data</a:t>
            </a:r>
            <a:br>
              <a:rPr lang="en-US" sz="1600">
                <a:latin typeface="Arial"/>
                <a:ea typeface="Arial"/>
                <a:cs typeface="Arial"/>
                <a:sym typeface="Arial"/>
              </a:rPr>
            </a:br>
            <a:endParaRPr sz="3200"/>
          </a:p>
        </p:txBody>
      </p:sp>
      <p:sp>
        <p:nvSpPr>
          <p:cNvPr id="101" name="Google Shape;101;p9"/>
          <p:cNvSpPr txBox="1"/>
          <p:nvPr/>
        </p:nvSpPr>
        <p:spPr>
          <a:xfrm>
            <a:off x="606056" y="871870"/>
            <a:ext cx="7559749" cy="31085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5. Distance and Similarity Measures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Many machine learning algorithms rely on calculating distances or similarities between data points.</a:t>
            </a:r>
            <a:endParaRPr/>
          </a:p>
          <a:p>
            <a:pPr indent="-88900" lvl="0" marL="0" marR="0" rtl="0" algn="l">
              <a:lnSpc>
                <a:spcPct val="100000"/>
              </a:lnSpc>
              <a:spcBef>
                <a:spcPts val="0"/>
              </a:spcBef>
              <a:spcAft>
                <a:spcPts val="0"/>
              </a:spcAft>
              <a:buClr>
                <a:srgbClr val="000000"/>
              </a:buClr>
              <a:buSzPts val="1400"/>
              <a:buFont typeface="Arial"/>
              <a:buChar char="•"/>
            </a:pPr>
            <a:r>
              <a:rPr b="0" i="1" lang="en-US" sz="1400" u="none" cap="none" strike="noStrike">
                <a:solidFill>
                  <a:srgbClr val="000000"/>
                </a:solidFill>
                <a:latin typeface="Arial"/>
                <a:ea typeface="Arial"/>
                <a:cs typeface="Arial"/>
                <a:sym typeface="Arial"/>
              </a:rPr>
              <a:t>Euclidean Distance:</a:t>
            </a:r>
            <a:r>
              <a:rPr b="0" i="0" lang="en-US" sz="1400" u="none" cap="none" strike="noStrike">
                <a:solidFill>
                  <a:srgbClr val="000000"/>
                </a:solidFill>
                <a:latin typeface="Arial"/>
                <a:ea typeface="Arial"/>
                <a:cs typeface="Arial"/>
                <a:sym typeface="Arial"/>
              </a:rPr>
              <a:t> A common way to measure the straight-line distance between two points (vectors).</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Char char="•"/>
            </a:pPr>
            <a:r>
              <a:rPr b="0" i="1" lang="en-US" sz="1400" u="none" cap="none" strike="noStrike">
                <a:solidFill>
                  <a:srgbClr val="000000"/>
                </a:solidFill>
                <a:latin typeface="Arial"/>
                <a:ea typeface="Arial"/>
                <a:cs typeface="Arial"/>
                <a:sym typeface="Arial"/>
              </a:rPr>
              <a:t>Cosine Similarity:</a:t>
            </a:r>
            <a:r>
              <a:rPr b="0" i="0" lang="en-US" sz="1400" u="none" cap="none" strike="noStrike">
                <a:solidFill>
                  <a:srgbClr val="000000"/>
                </a:solidFill>
                <a:latin typeface="Arial"/>
                <a:ea typeface="Arial"/>
                <a:cs typeface="Arial"/>
                <a:sym typeface="Arial"/>
              </a:rPr>
              <a:t> Measures the angle between two vectors, indicating how similar their directions are. This is often used in natural language processing and recommendation systems.</a:t>
            </a:r>
            <a:endParaRPr/>
          </a:p>
          <a:p>
            <a:pPr indent="-196850" lvl="0" marL="285750" marR="0" rtl="0" algn="l">
              <a:lnSpc>
                <a:spcPct val="10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p:txBody>
      </p:sp>
      <p:pic>
        <p:nvPicPr>
          <p:cNvPr id="102" name="Google Shape;102;p9"/>
          <p:cNvPicPr preferRelativeResize="0"/>
          <p:nvPr/>
        </p:nvPicPr>
        <p:blipFill rotWithShape="1">
          <a:blip r:embed="rId4">
            <a:alphaModFix/>
          </a:blip>
          <a:srcRect b="50000" l="56856" r="0" t="26821"/>
          <a:stretch/>
        </p:blipFill>
        <p:spPr>
          <a:xfrm>
            <a:off x="2615608" y="1807533"/>
            <a:ext cx="3321235" cy="952078"/>
          </a:xfrm>
          <a:prstGeom prst="rect">
            <a:avLst/>
          </a:prstGeom>
          <a:noFill/>
          <a:ln>
            <a:noFill/>
          </a:ln>
        </p:spPr>
      </p:pic>
      <p:pic>
        <p:nvPicPr>
          <p:cNvPr id="103" name="Google Shape;103;p9"/>
          <p:cNvPicPr preferRelativeResize="0"/>
          <p:nvPr/>
        </p:nvPicPr>
        <p:blipFill rotWithShape="1">
          <a:blip r:embed="rId4">
            <a:alphaModFix/>
          </a:blip>
          <a:srcRect b="19754" l="55999" r="0" t="60489"/>
          <a:stretch/>
        </p:blipFill>
        <p:spPr>
          <a:xfrm>
            <a:off x="2615608" y="3561987"/>
            <a:ext cx="3639218" cy="87186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6FA"/>
        </a:solidFill>
      </p:bgPr>
    </p:bg>
    <p:spTree>
      <p:nvGrpSpPr>
        <p:cNvPr id="107" name="Shape 107"/>
        <p:cNvGrpSpPr/>
        <p:nvPr/>
      </p:nvGrpSpPr>
      <p:grpSpPr>
        <a:xfrm>
          <a:off x="0" y="0"/>
          <a:ext cx="0" cy="0"/>
          <a:chOff x="0" y="0"/>
          <a:chExt cx="0" cy="0"/>
        </a:xfrm>
      </p:grpSpPr>
      <p:pic>
        <p:nvPicPr>
          <p:cNvPr id="108" name="Google Shape;108;p10"/>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109" name="Google Shape;109;p10"/>
          <p:cNvSpPr txBox="1"/>
          <p:nvPr>
            <p:ph type="title"/>
          </p:nvPr>
        </p:nvSpPr>
        <p:spPr>
          <a:xfrm>
            <a:off x="872950" y="122160"/>
            <a:ext cx="6984510"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lang="en-US" sz="3200">
                <a:latin typeface="Arial"/>
                <a:ea typeface="Arial"/>
                <a:cs typeface="Arial"/>
                <a:sym typeface="Arial"/>
              </a:rPr>
              <a:t>Summary</a:t>
            </a:r>
            <a:br>
              <a:rPr lang="en-US" sz="1600">
                <a:latin typeface="Arial"/>
                <a:ea typeface="Arial"/>
                <a:cs typeface="Arial"/>
                <a:sym typeface="Arial"/>
              </a:rPr>
            </a:br>
            <a:endParaRPr sz="3200"/>
          </a:p>
        </p:txBody>
      </p:sp>
      <p:pic>
        <p:nvPicPr>
          <p:cNvPr id="110" name="Google Shape;110;p10"/>
          <p:cNvPicPr preferRelativeResize="0"/>
          <p:nvPr/>
        </p:nvPicPr>
        <p:blipFill rotWithShape="1">
          <a:blip r:embed="rId4">
            <a:alphaModFix/>
          </a:blip>
          <a:srcRect b="0" l="0" r="0" t="0"/>
          <a:stretch/>
        </p:blipFill>
        <p:spPr>
          <a:xfrm>
            <a:off x="820510" y="1162231"/>
            <a:ext cx="7089390" cy="326419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11"/>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116" name="Google Shape;116;p11"/>
          <p:cNvSpPr txBox="1"/>
          <p:nvPr>
            <p:ph type="title"/>
          </p:nvPr>
        </p:nvSpPr>
        <p:spPr>
          <a:xfrm>
            <a:off x="190351" y="122160"/>
            <a:ext cx="7975453"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b="1" lang="en-US" sz="2000">
                <a:latin typeface="Calibri"/>
                <a:ea typeface="Calibri"/>
                <a:cs typeface="Calibri"/>
                <a:sym typeface="Calibri"/>
              </a:rPr>
              <a:t>How Changes in Model Parameters Affect Fit Quality in Machine Learning</a:t>
            </a:r>
            <a:br>
              <a:rPr lang="en-US" sz="2000">
                <a:latin typeface="Calibri"/>
                <a:ea typeface="Calibri"/>
                <a:cs typeface="Calibri"/>
                <a:sym typeface="Calibri"/>
              </a:rPr>
            </a:br>
            <a:br>
              <a:rPr lang="en-US" sz="1600">
                <a:latin typeface="Arial"/>
                <a:ea typeface="Arial"/>
                <a:cs typeface="Arial"/>
                <a:sym typeface="Arial"/>
              </a:rPr>
            </a:br>
            <a:endParaRPr sz="3200"/>
          </a:p>
        </p:txBody>
      </p:sp>
      <p:sp>
        <p:nvSpPr>
          <p:cNvPr id="117" name="Google Shape;117;p11"/>
          <p:cNvSpPr txBox="1"/>
          <p:nvPr/>
        </p:nvSpPr>
        <p:spPr>
          <a:xfrm>
            <a:off x="190352" y="871870"/>
            <a:ext cx="7975454" cy="4890057"/>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1800" u="none" cap="none" strike="noStrike">
                <a:solidFill>
                  <a:srgbClr val="000000"/>
                </a:solidFill>
                <a:latin typeface="Calibri"/>
                <a:ea typeface="Calibri"/>
                <a:cs typeface="Calibri"/>
                <a:sym typeface="Calibri"/>
              </a:rPr>
              <a:t>Model parameters (such as weights, biases, and hyperparameters) directly influence how well a model fits the training data. Here’s how different parameter changes impact model performance:</a:t>
            </a:r>
            <a:endParaRPr/>
          </a:p>
          <a:p>
            <a:pPr indent="0" lvl="0" marL="0" marR="0" rtl="0" algn="l">
              <a:lnSpc>
                <a:spcPct val="107000"/>
              </a:lnSpc>
              <a:spcBef>
                <a:spcPts val="800"/>
              </a:spcBef>
              <a:spcAft>
                <a:spcPts val="0"/>
              </a:spcAft>
              <a:buNone/>
            </a:pPr>
            <a:r>
              <a:rPr b="1" i="0" lang="en-US" sz="1800" u="none" cap="none" strike="noStrike">
                <a:solidFill>
                  <a:srgbClr val="000000"/>
                </a:solidFill>
                <a:latin typeface="Calibri"/>
                <a:ea typeface="Calibri"/>
                <a:cs typeface="Calibri"/>
                <a:sym typeface="Calibri"/>
              </a:rPr>
              <a:t>Equation of Linear Regression</a:t>
            </a:r>
            <a:endParaRPr b="0" i="0" sz="1800" u="none" cap="none" strike="noStrike">
              <a:solidFill>
                <a:srgbClr val="000000"/>
              </a:solidFill>
              <a:latin typeface="Calibri"/>
              <a:ea typeface="Calibri"/>
              <a:cs typeface="Calibri"/>
              <a:sym typeface="Calibri"/>
            </a:endParaRPr>
          </a:p>
          <a:p>
            <a:pPr indent="0" lvl="0" marL="0" marR="0" rtl="0" algn="ctr">
              <a:lnSpc>
                <a:spcPct val="107000"/>
              </a:lnSpc>
              <a:spcBef>
                <a:spcPts val="800"/>
              </a:spcBef>
              <a:spcAft>
                <a:spcPts val="0"/>
              </a:spcAft>
              <a:buNone/>
            </a:pPr>
            <a:r>
              <a:rPr b="0" i="0" lang="en-US" sz="1800" u="none" cap="none" strike="noStrike">
                <a:solidFill>
                  <a:srgbClr val="000000"/>
                </a:solidFill>
                <a:latin typeface="Calibri"/>
                <a:ea typeface="Calibri"/>
                <a:cs typeface="Calibri"/>
                <a:sym typeface="Calibri"/>
              </a:rPr>
              <a:t>Y= wX + b </a:t>
            </a:r>
            <a:endParaRPr/>
          </a:p>
          <a:p>
            <a:pPr indent="-342900" lvl="2" marL="342900" marR="0" rtl="0" algn="l">
              <a:lnSpc>
                <a:spcPct val="107000"/>
              </a:lnSpc>
              <a:spcBef>
                <a:spcPts val="800"/>
              </a:spcBef>
              <a:spcAft>
                <a:spcPts val="0"/>
              </a:spcAft>
              <a:buClr>
                <a:srgbClr val="000000"/>
              </a:buClr>
              <a:buSzPts val="1000"/>
              <a:buFont typeface="Noto Sans Symbols"/>
              <a:buChar char="❑"/>
            </a:pPr>
            <a:r>
              <a:rPr b="0" i="0" lang="en-US" sz="1800" u="none" cap="none" strike="noStrike">
                <a:solidFill>
                  <a:srgbClr val="000000"/>
                </a:solidFill>
                <a:latin typeface="Calibri"/>
                <a:ea typeface="Calibri"/>
                <a:cs typeface="Calibri"/>
                <a:sym typeface="Calibri"/>
              </a:rPr>
              <a:t>w(weight or slope): Controls how steep the line is.</a:t>
            </a:r>
            <a:endParaRPr/>
          </a:p>
          <a:p>
            <a:pPr indent="-342900" lvl="2" marL="342900" marR="0" rtl="0" algn="l">
              <a:lnSpc>
                <a:spcPct val="107000"/>
              </a:lnSpc>
              <a:spcBef>
                <a:spcPts val="800"/>
              </a:spcBef>
              <a:spcAft>
                <a:spcPts val="0"/>
              </a:spcAft>
              <a:buClr>
                <a:srgbClr val="000000"/>
              </a:buClr>
              <a:buSzPts val="1000"/>
              <a:buFont typeface="Noto Sans Symbols"/>
              <a:buChar char="❑"/>
            </a:pPr>
            <a:r>
              <a:rPr b="0" i="0" lang="en-US" sz="1800" u="none" cap="none" strike="noStrike">
                <a:solidFill>
                  <a:srgbClr val="000000"/>
                </a:solidFill>
                <a:latin typeface="Calibri"/>
                <a:ea typeface="Calibri"/>
                <a:cs typeface="Calibri"/>
                <a:sym typeface="Calibri"/>
              </a:rPr>
              <a:t>b(bias or intercept): Shifts the line up or down.</a:t>
            </a:r>
            <a:endParaRPr/>
          </a:p>
          <a:p>
            <a:pPr indent="0" lvl="0" marL="0" marR="0" rtl="0" algn="l">
              <a:lnSpc>
                <a:spcPct val="107000"/>
              </a:lnSpc>
              <a:spcBef>
                <a:spcPts val="800"/>
              </a:spcBef>
              <a:spcAft>
                <a:spcPts val="0"/>
              </a:spcAft>
              <a:buNone/>
            </a:pPr>
            <a:r>
              <a:rPr b="1" i="0" lang="en-US" sz="1800" u="none" cap="none" strike="noStrike">
                <a:solidFill>
                  <a:srgbClr val="000000"/>
                </a:solidFill>
                <a:latin typeface="Calibri"/>
                <a:ea typeface="Calibri"/>
                <a:cs typeface="Calibri"/>
                <a:sym typeface="Calibri"/>
              </a:rPr>
              <a:t>Effect of Changing Parameters</a:t>
            </a:r>
            <a:endParaRPr b="0" i="0" sz="1800" u="none" cap="none" strike="noStrike">
              <a:solidFill>
                <a:srgbClr val="000000"/>
              </a:solidFill>
              <a:latin typeface="Calibri"/>
              <a:ea typeface="Calibri"/>
              <a:cs typeface="Calibri"/>
              <a:sym typeface="Calibri"/>
            </a:endParaRPr>
          </a:p>
          <a:p>
            <a:pPr indent="-342900" lvl="0" marL="342900" marR="0" rtl="0" algn="l">
              <a:lnSpc>
                <a:spcPct val="107000"/>
              </a:lnSpc>
              <a:spcBef>
                <a:spcPts val="800"/>
              </a:spcBef>
              <a:spcAft>
                <a:spcPts val="0"/>
              </a:spcAft>
              <a:buClr>
                <a:srgbClr val="000000"/>
              </a:buClr>
              <a:buSzPts val="1000"/>
              <a:buFont typeface="Noto Sans Symbols"/>
              <a:buChar char="∙"/>
            </a:pPr>
            <a:r>
              <a:rPr b="1" i="0" lang="en-US" sz="1800" u="none" cap="none" strike="noStrike">
                <a:solidFill>
                  <a:srgbClr val="000000"/>
                </a:solidFill>
                <a:latin typeface="Calibri"/>
                <a:ea typeface="Calibri"/>
                <a:cs typeface="Calibri"/>
                <a:sym typeface="Calibri"/>
              </a:rPr>
              <a:t>Increasing w</a:t>
            </a:r>
            <a:r>
              <a:rPr b="0" i="0" lang="en-US" sz="1800" u="none" cap="none" strike="noStrike">
                <a:solidFill>
                  <a:srgbClr val="000000"/>
                </a:solidFill>
                <a:latin typeface="Calibri"/>
                <a:ea typeface="Calibri"/>
                <a:cs typeface="Calibri"/>
                <a:sym typeface="Calibri"/>
              </a:rPr>
              <a:t>: Steeper slope, which can lead to overfitting.</a:t>
            </a:r>
            <a:endParaRPr/>
          </a:p>
          <a:p>
            <a:pPr indent="-342900" lvl="0" marL="342900" marR="0" rtl="0" algn="l">
              <a:lnSpc>
                <a:spcPct val="107000"/>
              </a:lnSpc>
              <a:spcBef>
                <a:spcPts val="800"/>
              </a:spcBef>
              <a:spcAft>
                <a:spcPts val="0"/>
              </a:spcAft>
              <a:buClr>
                <a:srgbClr val="000000"/>
              </a:buClr>
              <a:buSzPts val="1000"/>
              <a:buFont typeface="Noto Sans Symbols"/>
              <a:buChar char="∙"/>
            </a:pPr>
            <a:r>
              <a:rPr b="1" i="0" lang="en-US" sz="1800" u="none" cap="none" strike="noStrike">
                <a:solidFill>
                  <a:srgbClr val="000000"/>
                </a:solidFill>
                <a:latin typeface="Calibri"/>
                <a:ea typeface="Calibri"/>
                <a:cs typeface="Calibri"/>
                <a:sym typeface="Calibri"/>
              </a:rPr>
              <a:t>Decreasing w</a:t>
            </a:r>
            <a:r>
              <a:rPr b="0" i="0" lang="en-US" sz="1800" u="none" cap="none" strike="noStrike">
                <a:solidFill>
                  <a:srgbClr val="000000"/>
                </a:solidFill>
                <a:latin typeface="Calibri"/>
                <a:ea typeface="Calibri"/>
                <a:cs typeface="Calibri"/>
                <a:sym typeface="Calibri"/>
              </a:rPr>
              <a:t>: Flatter slope, which may cause underfitting.</a:t>
            </a:r>
            <a:endParaRPr/>
          </a:p>
          <a:p>
            <a:pPr indent="-342900" lvl="0" marL="342900" marR="0" rtl="0" algn="l">
              <a:lnSpc>
                <a:spcPct val="107000"/>
              </a:lnSpc>
              <a:spcBef>
                <a:spcPts val="800"/>
              </a:spcBef>
              <a:spcAft>
                <a:spcPts val="0"/>
              </a:spcAft>
              <a:buClr>
                <a:srgbClr val="000000"/>
              </a:buClr>
              <a:buSzPts val="1000"/>
              <a:buFont typeface="Noto Sans Symbols"/>
              <a:buChar char="∙"/>
            </a:pPr>
            <a:r>
              <a:rPr b="1" i="0" lang="en-US" sz="1800" u="none" cap="none" strike="noStrike">
                <a:solidFill>
                  <a:srgbClr val="000000"/>
                </a:solidFill>
                <a:latin typeface="Calibri"/>
                <a:ea typeface="Calibri"/>
                <a:cs typeface="Calibri"/>
                <a:sym typeface="Calibri"/>
              </a:rPr>
              <a:t>Changing b</a:t>
            </a:r>
            <a:r>
              <a:rPr b="0" i="0" lang="en-US" sz="1800" u="none" cap="none" strike="noStrike">
                <a:solidFill>
                  <a:srgbClr val="000000"/>
                </a:solidFill>
                <a:latin typeface="Calibri"/>
                <a:ea typeface="Calibri"/>
                <a:cs typeface="Calibri"/>
                <a:sym typeface="Calibri"/>
              </a:rPr>
              <a:t>: Moves the regression line up/down but does not affect the slope.</a:t>
            </a:r>
            <a:endParaRPr/>
          </a:p>
          <a:p>
            <a:pPr indent="0" lvl="0" marL="0" marR="0" rtl="0" algn="l">
              <a:lnSpc>
                <a:spcPct val="107000"/>
              </a:lnSpc>
              <a:spcBef>
                <a:spcPts val="800"/>
              </a:spcBef>
              <a:spcAft>
                <a:spcPts val="0"/>
              </a:spcAft>
              <a:buNone/>
            </a:pPr>
            <a:r>
              <a:t/>
            </a:r>
            <a:endParaRPr b="0" i="0" sz="1800" u="none" cap="none" strike="noStrike">
              <a:solidFill>
                <a:srgbClr val="000000"/>
              </a:solidFill>
              <a:latin typeface="Calibri"/>
              <a:ea typeface="Calibri"/>
              <a:cs typeface="Calibri"/>
              <a:sym typeface="Calibri"/>
            </a:endParaRPr>
          </a:p>
          <a:p>
            <a:pPr indent="-196850" lvl="0" marL="285750" marR="0" rtl="0" algn="l">
              <a:lnSpc>
                <a:spcPct val="100000"/>
              </a:lnSpc>
              <a:spcBef>
                <a:spcPts val="80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12"/>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123" name="Google Shape;123;p12"/>
          <p:cNvSpPr txBox="1"/>
          <p:nvPr>
            <p:ph type="title"/>
          </p:nvPr>
        </p:nvSpPr>
        <p:spPr>
          <a:xfrm>
            <a:off x="190351" y="122160"/>
            <a:ext cx="7975453"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b="1" lang="en-US" sz="2000">
                <a:latin typeface="Calibri"/>
                <a:ea typeface="Calibri"/>
                <a:cs typeface="Calibri"/>
                <a:sym typeface="Calibri"/>
              </a:rPr>
              <a:t>How Changes in Model Parameters Affect Fit Quality in Linear Regression</a:t>
            </a:r>
            <a:br>
              <a:rPr lang="en-US" sz="2000">
                <a:latin typeface="Calibri"/>
                <a:ea typeface="Calibri"/>
                <a:cs typeface="Calibri"/>
                <a:sym typeface="Calibri"/>
              </a:rPr>
            </a:br>
            <a:br>
              <a:rPr lang="en-US" sz="1600">
                <a:latin typeface="Arial"/>
                <a:ea typeface="Arial"/>
                <a:cs typeface="Arial"/>
                <a:sym typeface="Arial"/>
              </a:rPr>
            </a:br>
            <a:endParaRPr sz="3200"/>
          </a:p>
        </p:txBody>
      </p:sp>
      <p:sp>
        <p:nvSpPr>
          <p:cNvPr id="124" name="Google Shape;124;p12"/>
          <p:cNvSpPr txBox="1"/>
          <p:nvPr/>
        </p:nvSpPr>
        <p:spPr>
          <a:xfrm>
            <a:off x="424268" y="616688"/>
            <a:ext cx="7975454" cy="1105687"/>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1800" u="none" cap="none" strike="noStrike">
                <a:solidFill>
                  <a:srgbClr val="000000"/>
                </a:solidFill>
                <a:latin typeface="Calibri"/>
                <a:ea typeface="Calibri"/>
                <a:cs typeface="Calibri"/>
                <a:sym typeface="Calibri"/>
              </a:rPr>
              <a:t>.</a:t>
            </a:r>
            <a:endParaRPr/>
          </a:p>
          <a:p>
            <a:pPr indent="0" lvl="0" marL="0" marR="0" rtl="0" algn="l">
              <a:lnSpc>
                <a:spcPct val="107000"/>
              </a:lnSpc>
              <a:spcBef>
                <a:spcPts val="800"/>
              </a:spcBef>
              <a:spcAft>
                <a:spcPts val="0"/>
              </a:spcAft>
              <a:buNone/>
            </a:pPr>
            <a:r>
              <a:t/>
            </a:r>
            <a:endParaRPr b="0" i="0" sz="1800" u="none" cap="none" strike="noStrike">
              <a:solidFill>
                <a:srgbClr val="000000"/>
              </a:solidFill>
              <a:latin typeface="Calibri"/>
              <a:ea typeface="Calibri"/>
              <a:cs typeface="Calibri"/>
              <a:sym typeface="Calibri"/>
            </a:endParaRPr>
          </a:p>
          <a:p>
            <a:pPr indent="-196850" lvl="0" marL="285750" marR="0" rtl="0" algn="l">
              <a:lnSpc>
                <a:spcPct val="100000"/>
              </a:lnSpc>
              <a:spcBef>
                <a:spcPts val="80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p:txBody>
      </p:sp>
      <p:graphicFrame>
        <p:nvGraphicFramePr>
          <p:cNvPr id="125" name="Google Shape;125;p12"/>
          <p:cNvGraphicFramePr/>
          <p:nvPr/>
        </p:nvGraphicFramePr>
        <p:xfrm>
          <a:off x="605969" y="725590"/>
          <a:ext cx="3000000" cy="3000000"/>
        </p:xfrm>
        <a:graphic>
          <a:graphicData uri="http://schemas.openxmlformats.org/drawingml/2006/table">
            <a:tbl>
              <a:tblPr bandRow="1" firstRow="1">
                <a:noFill/>
                <a:tableStyleId>{541E1F5B-7058-4A9B-AF8C-0847D0C7EE07}</a:tableStyleId>
              </a:tblPr>
              <a:tblGrid>
                <a:gridCol w="4140775"/>
                <a:gridCol w="4140775"/>
              </a:tblGrid>
              <a:tr h="2636850">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Synthetic Data Generation</a:t>
                      </a:r>
                      <a:r>
                        <a:rPr b="0" i="0" lang="en-US" sz="1400" u="none" cap="none" strike="noStrike">
                          <a:solidFill>
                            <a:srgbClr val="000000"/>
                          </a:solidFill>
                          <a:latin typeface="Arial"/>
                          <a:ea typeface="Arial"/>
                          <a:cs typeface="Arial"/>
                          <a:sym typeface="Arial"/>
                        </a:rPr>
                        <a:t>:</a:t>
                      </a:r>
                      <a:endParaRPr/>
                    </a:p>
                    <a:p>
                      <a:pPr indent="0" lvl="1"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We generate 100 random points for X</a:t>
                      </a:r>
                      <a:r>
                        <a:rPr b="0" i="1" lang="en-US" sz="1400" u="none" cap="none" strike="noStrike">
                          <a:solidFill>
                            <a:srgbClr val="000000"/>
                          </a:solidFill>
                          <a:latin typeface="Arial"/>
                          <a:ea typeface="Arial"/>
                          <a:cs typeface="Arial"/>
                          <a:sym typeface="Arial"/>
                        </a:rPr>
                        <a:t>X</a:t>
                      </a:r>
                      <a:r>
                        <a:rPr b="0" i="0" lang="en-US" sz="1400" u="none" cap="none" strike="noStrike">
                          <a:solidFill>
                            <a:srgbClr val="000000"/>
                          </a:solidFill>
                          <a:latin typeface="Arial"/>
                          <a:ea typeface="Arial"/>
                          <a:cs typeface="Arial"/>
                          <a:sym typeface="Arial"/>
                        </a:rPr>
                        <a:t> between 0 and 2.</a:t>
                      </a:r>
                      <a:endParaRPr/>
                    </a:p>
                    <a:p>
                      <a:pPr indent="0" lvl="1"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target y</a:t>
                      </a:r>
                      <a:r>
                        <a:rPr b="0" i="1" lang="en-US" sz="1400" u="none" cap="none" strike="noStrike">
                          <a:solidFill>
                            <a:srgbClr val="000000"/>
                          </a:solidFill>
                          <a:latin typeface="Arial"/>
                          <a:ea typeface="Arial"/>
                          <a:cs typeface="Arial"/>
                          <a:sym typeface="Arial"/>
                        </a:rPr>
                        <a:t>y</a:t>
                      </a:r>
                      <a:r>
                        <a:rPr b="0" i="0" lang="en-US" sz="1400" u="none" cap="none" strike="noStrike">
                          <a:solidFill>
                            <a:srgbClr val="000000"/>
                          </a:solidFill>
                          <a:latin typeface="Arial"/>
                          <a:ea typeface="Arial"/>
                          <a:cs typeface="Arial"/>
                          <a:sym typeface="Arial"/>
                        </a:rPr>
                        <a:t> is generated using the equation y=4+3X+noise</a:t>
                      </a:r>
                      <a:r>
                        <a:rPr b="0" i="1" lang="en-US" sz="1400" u="none" cap="none" strike="noStrike">
                          <a:solidFill>
                            <a:srgbClr val="000000"/>
                          </a:solidFill>
                          <a:latin typeface="Arial"/>
                          <a:ea typeface="Arial"/>
                          <a:cs typeface="Arial"/>
                          <a:sym typeface="Arial"/>
                        </a:rPr>
                        <a:t>y</a:t>
                      </a:r>
                      <a:r>
                        <a:rPr b="0" i="0" lang="en-US" sz="1400" u="none" cap="none" strike="noStrike">
                          <a:solidFill>
                            <a:srgbClr val="000000"/>
                          </a:solidFill>
                          <a:latin typeface="Arial"/>
                          <a:ea typeface="Arial"/>
                          <a:cs typeface="Arial"/>
                          <a:sym typeface="Arial"/>
                        </a:rPr>
                        <a:t>=4+3</a:t>
                      </a:r>
                      <a:r>
                        <a:rPr b="0" i="1" lang="en-US" sz="1400" u="none" cap="none" strike="noStrike">
                          <a:solidFill>
                            <a:srgbClr val="000000"/>
                          </a:solidFill>
                          <a:latin typeface="Arial"/>
                          <a:ea typeface="Arial"/>
                          <a:cs typeface="Arial"/>
                          <a:sym typeface="Arial"/>
                        </a:rPr>
                        <a:t>X</a:t>
                      </a:r>
                      <a:r>
                        <a:rPr b="0" i="0" lang="en-US" sz="1400" u="none" cap="none" strike="noStrike">
                          <a:solidFill>
                            <a:srgbClr val="000000"/>
                          </a:solidFill>
                          <a:latin typeface="Arial"/>
                          <a:ea typeface="Arial"/>
                          <a:cs typeface="Arial"/>
                          <a:sym typeface="Arial"/>
                        </a:rPr>
                        <a:t>+noise, where the noise is added to simulate real-world data.</a:t>
                      </a:r>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r>
              <a:tr h="1586775">
                <a:tc>
                  <a:txBody>
                    <a:bodyPr/>
                    <a:lstStyle/>
                    <a:p>
                      <a:pPr indent="0" lvl="0" marL="0" marR="0" rtl="0" algn="l">
                        <a:lnSpc>
                          <a:spcPct val="100000"/>
                        </a:lnSpc>
                        <a:spcBef>
                          <a:spcPts val="0"/>
                        </a:spcBef>
                        <a:spcAft>
                          <a:spcPts val="0"/>
                        </a:spcAft>
                        <a:buNone/>
                      </a:pPr>
                      <a: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Linear Regression Equation</a:t>
                      </a:r>
                      <a:r>
                        <a:rPr b="0" i="0" lang="en-US" sz="1400" u="none" cap="none" strike="noStrike">
                          <a:solidFill>
                            <a:srgbClr val="000000"/>
                          </a:solidFill>
                          <a:latin typeface="Arial"/>
                          <a:ea typeface="Arial"/>
                          <a:cs typeface="Arial"/>
                          <a:sym typeface="Arial"/>
                        </a:rPr>
                        <a:t>:</a:t>
                      </a:r>
                      <a:endParaRPr/>
                    </a:p>
                    <a:p>
                      <a:pPr indent="0" lvl="1"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function linear_regression(X, w, b) computes the predicted y</a:t>
                      </a:r>
                      <a:r>
                        <a:rPr b="0" i="1" lang="en-US" sz="1400" u="none" cap="none" strike="noStrike">
                          <a:solidFill>
                            <a:srgbClr val="000000"/>
                          </a:solidFill>
                          <a:latin typeface="Arial"/>
                          <a:ea typeface="Arial"/>
                          <a:cs typeface="Arial"/>
                          <a:sym typeface="Arial"/>
                        </a:rPr>
                        <a:t>y</a:t>
                      </a:r>
                      <a:r>
                        <a:rPr b="0" i="0" lang="en-US" sz="1400" u="none" cap="none" strike="noStrike">
                          <a:solidFill>
                            <a:srgbClr val="000000"/>
                          </a:solidFill>
                          <a:latin typeface="Arial"/>
                          <a:ea typeface="Arial"/>
                          <a:cs typeface="Arial"/>
                          <a:sym typeface="Arial"/>
                        </a:rPr>
                        <a:t> values using the equation y=wX+b</a:t>
                      </a:r>
                      <a:r>
                        <a:rPr b="0" i="1" lang="en-US" sz="1400" u="none" cap="none" strike="noStrike">
                          <a:solidFill>
                            <a:srgbClr val="000000"/>
                          </a:solidFill>
                          <a:latin typeface="Arial"/>
                          <a:ea typeface="Arial"/>
                          <a:cs typeface="Arial"/>
                          <a:sym typeface="Arial"/>
                        </a:rPr>
                        <a:t>y</a:t>
                      </a:r>
                      <a:r>
                        <a:rPr b="0" i="0" lang="en-US" sz="1400" u="none" cap="none" strike="noStrike">
                          <a:solidFill>
                            <a:srgbClr val="000000"/>
                          </a:solidFill>
                          <a:latin typeface="Arial"/>
                          <a:ea typeface="Arial"/>
                          <a:cs typeface="Arial"/>
                          <a:sym typeface="Arial"/>
                        </a:rPr>
                        <a:t>=</a:t>
                      </a:r>
                      <a:r>
                        <a:rPr b="0" i="1" lang="en-US" sz="1400" u="none" cap="none" strike="noStrike">
                          <a:solidFill>
                            <a:srgbClr val="000000"/>
                          </a:solidFill>
                          <a:latin typeface="Arial"/>
                          <a:ea typeface="Arial"/>
                          <a:cs typeface="Arial"/>
                          <a:sym typeface="Arial"/>
                        </a:rPr>
                        <a:t>wX</a:t>
                      </a:r>
                      <a:r>
                        <a:rPr b="0" i="0" lang="en-US" sz="1400" u="none" cap="none" strike="noStrike">
                          <a:solidFill>
                            <a:srgbClr val="000000"/>
                          </a:solidFill>
                          <a:latin typeface="Arial"/>
                          <a:ea typeface="Arial"/>
                          <a:cs typeface="Arial"/>
                          <a:sym typeface="Arial"/>
                        </a:rPr>
                        <a:t>+</a:t>
                      </a:r>
                      <a:r>
                        <a:rPr b="0" i="1" lang="en-US" sz="1400" u="none" cap="none" strike="noStrike">
                          <a:solidFill>
                            <a:srgbClr val="000000"/>
                          </a:solidFill>
                          <a:latin typeface="Arial"/>
                          <a:ea typeface="Arial"/>
                          <a:cs typeface="Arial"/>
                          <a:sym typeface="Arial"/>
                        </a:rPr>
                        <a:t>b</a:t>
                      </a:r>
                      <a:r>
                        <a:rPr b="0" i="0" lang="en-US" sz="1400" u="none" cap="none" strike="noStrike">
                          <a:solidFill>
                            <a:srgbClr val="000000"/>
                          </a:solidFill>
                          <a:latin typeface="Arial"/>
                          <a:ea typeface="Arial"/>
                          <a:cs typeface="Arial"/>
                          <a:sym typeface="Arial"/>
                        </a:rPr>
                        <a:t>.</a:t>
                      </a:r>
                      <a:endParaRPr/>
                    </a:p>
                    <a:p>
                      <a:pPr indent="0" lvl="0" marL="0" marR="0" rtl="0" algn="l">
                        <a:lnSpc>
                          <a:spcPct val="100000"/>
                        </a:lnSpc>
                        <a:spcBef>
                          <a:spcPts val="0"/>
                        </a:spcBef>
                        <a:spcAft>
                          <a:spcPts val="0"/>
                        </a:spcAft>
                        <a:buNone/>
                      </a:pPr>
                      <a:r>
                        <a:t/>
                      </a:r>
                      <a:endParaRPr sz="1400" u="none" cap="none" strike="noStrike"/>
                    </a:p>
                  </a:txBody>
                  <a:tcPr marT="45725" marB="45725" marR="91450" marL="91450"/>
                </a:tc>
              </a:tr>
            </a:tbl>
          </a:graphicData>
        </a:graphic>
      </p:graphicFrame>
      <p:pic>
        <p:nvPicPr>
          <p:cNvPr id="126" name="Google Shape;126;p12"/>
          <p:cNvPicPr preferRelativeResize="0"/>
          <p:nvPr/>
        </p:nvPicPr>
        <p:blipFill rotWithShape="1">
          <a:blip r:embed="rId4">
            <a:alphaModFix/>
          </a:blip>
          <a:srcRect b="0" l="0" r="0" t="0"/>
          <a:stretch/>
        </p:blipFill>
        <p:spPr>
          <a:xfrm>
            <a:off x="871869" y="800584"/>
            <a:ext cx="3713015" cy="1955062"/>
          </a:xfrm>
          <a:prstGeom prst="rect">
            <a:avLst/>
          </a:prstGeom>
          <a:noFill/>
          <a:ln>
            <a:noFill/>
          </a:ln>
        </p:spPr>
      </p:pic>
      <p:pic>
        <p:nvPicPr>
          <p:cNvPr id="127" name="Google Shape;127;p12"/>
          <p:cNvPicPr preferRelativeResize="0"/>
          <p:nvPr/>
        </p:nvPicPr>
        <p:blipFill rotWithShape="1">
          <a:blip r:embed="rId5">
            <a:alphaModFix/>
          </a:blip>
          <a:srcRect b="0" l="0" r="0" t="0"/>
          <a:stretch/>
        </p:blipFill>
        <p:spPr>
          <a:xfrm>
            <a:off x="847563" y="3665159"/>
            <a:ext cx="3630254" cy="81187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13"/>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133" name="Google Shape;133;p13"/>
          <p:cNvSpPr txBox="1"/>
          <p:nvPr>
            <p:ph type="title"/>
          </p:nvPr>
        </p:nvSpPr>
        <p:spPr>
          <a:xfrm>
            <a:off x="190351" y="122160"/>
            <a:ext cx="7975453"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b="1" lang="en-US" sz="2000">
                <a:latin typeface="Calibri"/>
                <a:ea typeface="Calibri"/>
                <a:cs typeface="Calibri"/>
                <a:sym typeface="Calibri"/>
              </a:rPr>
              <a:t>How Changes in Model Parameters Affect Fit Quality in Linear Regression</a:t>
            </a:r>
            <a:br>
              <a:rPr lang="en-US" sz="2000">
                <a:latin typeface="Calibri"/>
                <a:ea typeface="Calibri"/>
                <a:cs typeface="Calibri"/>
                <a:sym typeface="Calibri"/>
              </a:rPr>
            </a:br>
            <a:br>
              <a:rPr lang="en-US" sz="1600">
                <a:latin typeface="Arial"/>
                <a:ea typeface="Arial"/>
                <a:cs typeface="Arial"/>
                <a:sym typeface="Arial"/>
              </a:rPr>
            </a:br>
            <a:endParaRPr sz="3200"/>
          </a:p>
        </p:txBody>
      </p:sp>
      <p:sp>
        <p:nvSpPr>
          <p:cNvPr id="134" name="Google Shape;134;p13"/>
          <p:cNvSpPr txBox="1"/>
          <p:nvPr/>
        </p:nvSpPr>
        <p:spPr>
          <a:xfrm>
            <a:off x="-2003268" y="558372"/>
            <a:ext cx="7975454" cy="1105687"/>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1800" u="none" cap="none" strike="noStrike">
                <a:solidFill>
                  <a:srgbClr val="000000"/>
                </a:solidFill>
                <a:latin typeface="Calibri"/>
                <a:ea typeface="Calibri"/>
                <a:cs typeface="Calibri"/>
                <a:sym typeface="Calibri"/>
              </a:rPr>
              <a:t>.</a:t>
            </a:r>
            <a:endParaRPr/>
          </a:p>
          <a:p>
            <a:pPr indent="0" lvl="0" marL="0" marR="0" rtl="0" algn="l">
              <a:lnSpc>
                <a:spcPct val="107000"/>
              </a:lnSpc>
              <a:spcBef>
                <a:spcPts val="800"/>
              </a:spcBef>
              <a:spcAft>
                <a:spcPts val="0"/>
              </a:spcAft>
              <a:buNone/>
            </a:pPr>
            <a:r>
              <a:t/>
            </a:r>
            <a:endParaRPr b="0" i="0" sz="1800" u="none" cap="none" strike="noStrike">
              <a:solidFill>
                <a:srgbClr val="000000"/>
              </a:solidFill>
              <a:latin typeface="Calibri"/>
              <a:ea typeface="Calibri"/>
              <a:cs typeface="Calibri"/>
              <a:sym typeface="Calibri"/>
            </a:endParaRPr>
          </a:p>
          <a:p>
            <a:pPr indent="-196850" lvl="0" marL="285750" marR="0" rtl="0" algn="l">
              <a:lnSpc>
                <a:spcPct val="100000"/>
              </a:lnSpc>
              <a:spcBef>
                <a:spcPts val="80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p:txBody>
      </p:sp>
      <p:sp>
        <p:nvSpPr>
          <p:cNvPr id="135" name="Google Shape;135;p13"/>
          <p:cNvSpPr txBox="1"/>
          <p:nvPr/>
        </p:nvSpPr>
        <p:spPr>
          <a:xfrm>
            <a:off x="1" y="867270"/>
            <a:ext cx="2966484" cy="44550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404040"/>
                </a:solidFill>
                <a:latin typeface="Inter"/>
                <a:ea typeface="Inter"/>
                <a:cs typeface="Inter"/>
                <a:sym typeface="Inter"/>
              </a:rPr>
              <a:t>Effect of Changing Parameters</a:t>
            </a:r>
            <a:r>
              <a:rPr b="0" i="0" lang="en-US" sz="1400" u="none" cap="none" strike="noStrike">
                <a:solidFill>
                  <a:srgbClr val="404040"/>
                </a:solidFill>
                <a:latin typeface="Inter"/>
                <a:ea typeface="Inter"/>
                <a:cs typeface="Inter"/>
                <a:sym typeface="Inter"/>
              </a:rPr>
              <a:t>:</a:t>
            </a:r>
            <a:endParaRPr/>
          </a:p>
          <a:p>
            <a:pPr indent="0" lvl="0" marL="457200" marR="0" rtl="0" algn="l">
              <a:lnSpc>
                <a:spcPct val="100000"/>
              </a:lnSpc>
              <a:spcBef>
                <a:spcPts val="600"/>
              </a:spcBef>
              <a:spcAft>
                <a:spcPts val="0"/>
              </a:spcAft>
              <a:buNone/>
            </a:pPr>
            <a:r>
              <a:rPr b="1" i="0" lang="en-US" sz="1400" u="none" cap="none" strike="noStrike">
                <a:solidFill>
                  <a:srgbClr val="404040"/>
                </a:solidFill>
                <a:latin typeface="Inter"/>
                <a:ea typeface="Inter"/>
                <a:cs typeface="Inter"/>
                <a:sym typeface="Inter"/>
              </a:rPr>
              <a:t>Increasing </a:t>
            </a:r>
            <a:r>
              <a:rPr b="1" i="0" lang="en-US" sz="1400" u="none" cap="none" strike="noStrike">
                <a:solidFill>
                  <a:srgbClr val="404040"/>
                </a:solidFill>
                <a:latin typeface="Arial"/>
                <a:ea typeface="Arial"/>
                <a:cs typeface="Arial"/>
                <a:sym typeface="Arial"/>
              </a:rPr>
              <a:t>w</a:t>
            </a:r>
            <a:r>
              <a:rPr b="0" i="0" lang="en-US" sz="1400" u="none" cap="none" strike="noStrike">
                <a:solidFill>
                  <a:srgbClr val="404040"/>
                </a:solidFill>
                <a:latin typeface="Inter"/>
                <a:ea typeface="Inter"/>
                <a:cs typeface="Inter"/>
                <a:sym typeface="Inter"/>
              </a:rPr>
              <a:t>: The slope of the regression line becomes steeper. If </a:t>
            </a:r>
            <a:r>
              <a:rPr b="0" i="0" lang="en-US" sz="1400" u="none" cap="none" strike="noStrike">
                <a:solidFill>
                  <a:srgbClr val="404040"/>
                </a:solidFill>
                <a:latin typeface="Arial"/>
                <a:ea typeface="Arial"/>
                <a:cs typeface="Arial"/>
                <a:sym typeface="Arial"/>
              </a:rPr>
              <a:t>weight</a:t>
            </a:r>
            <a:r>
              <a:rPr b="0" i="0" lang="en-US" sz="1400" u="none" cap="none" strike="noStrike">
                <a:solidFill>
                  <a:srgbClr val="404040"/>
                </a:solidFill>
                <a:latin typeface="Inter"/>
                <a:ea typeface="Inter"/>
                <a:cs typeface="Inter"/>
                <a:sym typeface="Inter"/>
              </a:rPr>
              <a:t> is too large, the line may overfit the data.</a:t>
            </a:r>
            <a:endParaRPr/>
          </a:p>
          <a:p>
            <a:pPr indent="0" lvl="0" marL="457200" marR="0" rtl="0" algn="l">
              <a:lnSpc>
                <a:spcPct val="100000"/>
              </a:lnSpc>
              <a:spcBef>
                <a:spcPts val="300"/>
              </a:spcBef>
              <a:spcAft>
                <a:spcPts val="0"/>
              </a:spcAft>
              <a:buNone/>
            </a:pPr>
            <a:r>
              <a:rPr b="1" i="0" lang="en-US" sz="1400" u="none" cap="none" strike="noStrike">
                <a:solidFill>
                  <a:srgbClr val="404040"/>
                </a:solidFill>
                <a:latin typeface="Inter"/>
                <a:ea typeface="Inter"/>
                <a:cs typeface="Inter"/>
                <a:sym typeface="Inter"/>
              </a:rPr>
              <a:t>Decreasing </a:t>
            </a:r>
            <a:r>
              <a:rPr b="1" i="0" lang="en-US" sz="1400" u="none" cap="none" strike="noStrike">
                <a:solidFill>
                  <a:srgbClr val="404040"/>
                </a:solidFill>
                <a:latin typeface="Arial"/>
                <a:ea typeface="Arial"/>
                <a:cs typeface="Arial"/>
                <a:sym typeface="Arial"/>
              </a:rPr>
              <a:t>w</a:t>
            </a:r>
            <a:r>
              <a:rPr b="0" i="0" lang="en-US" sz="1400" u="none" cap="none" strike="noStrike">
                <a:solidFill>
                  <a:srgbClr val="404040"/>
                </a:solidFill>
                <a:latin typeface="Inter"/>
                <a:ea typeface="Inter"/>
                <a:cs typeface="Inter"/>
                <a:sym typeface="Inter"/>
              </a:rPr>
              <a:t>: The slope becomes flatter. If </a:t>
            </a:r>
            <a:r>
              <a:rPr b="0" i="0" lang="en-US" sz="1400" u="none" cap="none" strike="noStrike">
                <a:solidFill>
                  <a:srgbClr val="404040"/>
                </a:solidFill>
                <a:latin typeface="Arial"/>
                <a:ea typeface="Arial"/>
                <a:cs typeface="Arial"/>
                <a:sym typeface="Arial"/>
              </a:rPr>
              <a:t>weight</a:t>
            </a:r>
            <a:r>
              <a:rPr b="0" i="0" lang="en-US" sz="1400" u="none" cap="none" strike="noStrike">
                <a:solidFill>
                  <a:srgbClr val="404040"/>
                </a:solidFill>
                <a:latin typeface="Inter"/>
                <a:ea typeface="Inter"/>
                <a:cs typeface="Inter"/>
                <a:sym typeface="Inter"/>
              </a:rPr>
              <a:t> is too small, the line may underfit the data.</a:t>
            </a:r>
            <a:endParaRPr/>
          </a:p>
          <a:p>
            <a:pPr indent="0" lvl="0" marL="457200" marR="0" rtl="0" algn="l">
              <a:lnSpc>
                <a:spcPct val="100000"/>
              </a:lnSpc>
              <a:spcBef>
                <a:spcPts val="300"/>
              </a:spcBef>
              <a:spcAft>
                <a:spcPts val="0"/>
              </a:spcAft>
              <a:buNone/>
            </a:pPr>
            <a:r>
              <a:rPr b="1" i="0" lang="en-US" sz="1400" u="none" cap="none" strike="noStrike">
                <a:solidFill>
                  <a:srgbClr val="404040"/>
                </a:solidFill>
                <a:latin typeface="Inter"/>
                <a:ea typeface="Inter"/>
                <a:cs typeface="Inter"/>
                <a:sym typeface="Inter"/>
              </a:rPr>
              <a:t>Changing </a:t>
            </a:r>
            <a:r>
              <a:rPr b="1" i="0" lang="en-US" sz="1400" u="none" cap="none" strike="noStrike">
                <a:solidFill>
                  <a:srgbClr val="404040"/>
                </a:solidFill>
                <a:latin typeface="Arial"/>
                <a:ea typeface="Arial"/>
                <a:cs typeface="Arial"/>
                <a:sym typeface="Arial"/>
              </a:rPr>
              <a:t>b</a:t>
            </a:r>
            <a:r>
              <a:rPr b="0" i="0" lang="en-US" sz="1400" u="none" cap="none" strike="noStrike">
                <a:solidFill>
                  <a:srgbClr val="404040"/>
                </a:solidFill>
                <a:latin typeface="Inter"/>
                <a:ea typeface="Inter"/>
                <a:cs typeface="Inter"/>
                <a:sym typeface="Inter"/>
              </a:rPr>
              <a:t>: The intercept shifts the line up or down without affecting the slope.</a:t>
            </a:r>
            <a:endParaRPr/>
          </a:p>
          <a:p>
            <a:pPr indent="0" lvl="1" marL="457200" marR="0" rtl="0" algn="l">
              <a:lnSpc>
                <a:spcPct val="100000"/>
              </a:lnSpc>
              <a:spcBef>
                <a:spcPts val="300"/>
              </a:spcBef>
              <a:spcAft>
                <a:spcPts val="0"/>
              </a:spcAft>
              <a:buNone/>
            </a:pPr>
            <a:r>
              <a:t/>
            </a:r>
            <a:endParaRPr b="0" i="0" sz="1400" u="none" cap="none" strike="noStrike">
              <a:solidFill>
                <a:srgbClr val="404040"/>
              </a:solidFill>
              <a:latin typeface="Inter"/>
              <a:ea typeface="Inter"/>
              <a:cs typeface="Inter"/>
              <a:sym typeface="Inter"/>
            </a:endParaRPr>
          </a:p>
          <a:p>
            <a:pPr indent="-285750" lvl="1" marL="742950" marR="0" rtl="0" algn="l">
              <a:lnSpc>
                <a:spcPct val="100000"/>
              </a:lnSpc>
              <a:spcBef>
                <a:spcPts val="300"/>
              </a:spcBef>
              <a:spcAft>
                <a:spcPts val="0"/>
              </a:spcAft>
              <a:buClr>
                <a:srgbClr val="000000"/>
              </a:buClr>
              <a:buSzPts val="1400"/>
              <a:buFont typeface="Arial"/>
              <a:buChar char="•"/>
            </a:pPr>
            <a:r>
              <a:rPr b="0" i="1" lang="en-US" sz="1400" u="none" cap="none" strike="noStrike">
                <a:solidFill>
                  <a:srgbClr val="C00000"/>
                </a:solidFill>
                <a:latin typeface="Inter"/>
                <a:ea typeface="Inter"/>
                <a:cs typeface="Inter"/>
                <a:sym typeface="Inter"/>
              </a:rPr>
              <a:t>The original data points scattered in blue.</a:t>
            </a:r>
            <a:endParaRPr/>
          </a:p>
          <a:p>
            <a:pPr indent="-285750" lvl="1" marL="742950" marR="0" rtl="0" algn="l">
              <a:lnSpc>
                <a:spcPct val="100000"/>
              </a:lnSpc>
              <a:spcBef>
                <a:spcPts val="300"/>
              </a:spcBef>
              <a:spcAft>
                <a:spcPts val="0"/>
              </a:spcAft>
              <a:buClr>
                <a:srgbClr val="000000"/>
              </a:buClr>
              <a:buSzPts val="1400"/>
              <a:buFont typeface="Arial"/>
              <a:buChar char="•"/>
            </a:pPr>
            <a:r>
              <a:rPr b="0" i="1" lang="en-US" sz="1400" u="none" cap="none" strike="noStrike">
                <a:solidFill>
                  <a:srgbClr val="C00000"/>
                </a:solidFill>
                <a:latin typeface="Inter"/>
                <a:ea typeface="Inter"/>
                <a:cs typeface="Inter"/>
                <a:sym typeface="Inter"/>
              </a:rPr>
              <a:t>Three regression lines corresponding to different values of w and b.</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id="136" name="Google Shape;136;p13"/>
          <p:cNvPicPr preferRelativeResize="0"/>
          <p:nvPr/>
        </p:nvPicPr>
        <p:blipFill rotWithShape="1">
          <a:blip r:embed="rId4">
            <a:alphaModFix/>
          </a:blip>
          <a:srcRect b="0" l="0" r="0" t="0"/>
          <a:stretch/>
        </p:blipFill>
        <p:spPr>
          <a:xfrm>
            <a:off x="3034162" y="867270"/>
            <a:ext cx="5832877" cy="415407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14"/>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142" name="Google Shape;142;p14"/>
          <p:cNvSpPr txBox="1"/>
          <p:nvPr>
            <p:ph type="title"/>
          </p:nvPr>
        </p:nvSpPr>
        <p:spPr>
          <a:xfrm>
            <a:off x="190351" y="122160"/>
            <a:ext cx="7975453"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b="1" lang="en-US" sz="2000">
                <a:latin typeface="Calibri"/>
                <a:ea typeface="Calibri"/>
                <a:cs typeface="Calibri"/>
                <a:sym typeface="Calibri"/>
              </a:rPr>
              <a:t>Gradient Descent and Learning Rate Effect</a:t>
            </a:r>
            <a:br>
              <a:rPr lang="en-US" sz="2000">
                <a:latin typeface="Calibri"/>
                <a:ea typeface="Calibri"/>
                <a:cs typeface="Calibri"/>
                <a:sym typeface="Calibri"/>
              </a:rPr>
            </a:br>
            <a:br>
              <a:rPr lang="en-US" sz="2000">
                <a:latin typeface="Calibri"/>
                <a:ea typeface="Calibri"/>
                <a:cs typeface="Calibri"/>
                <a:sym typeface="Calibri"/>
              </a:rPr>
            </a:br>
            <a:br>
              <a:rPr lang="en-US" sz="1600">
                <a:latin typeface="Arial"/>
                <a:ea typeface="Arial"/>
                <a:cs typeface="Arial"/>
                <a:sym typeface="Arial"/>
              </a:rPr>
            </a:br>
            <a:endParaRPr sz="3200"/>
          </a:p>
        </p:txBody>
      </p:sp>
      <p:sp>
        <p:nvSpPr>
          <p:cNvPr id="143" name="Google Shape;143;p14"/>
          <p:cNvSpPr txBox="1"/>
          <p:nvPr/>
        </p:nvSpPr>
        <p:spPr>
          <a:xfrm>
            <a:off x="-2534897" y="649605"/>
            <a:ext cx="7975454" cy="1105687"/>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1800" u="none" cap="none" strike="noStrike">
                <a:solidFill>
                  <a:srgbClr val="000000"/>
                </a:solidFill>
                <a:latin typeface="Calibri"/>
                <a:ea typeface="Calibri"/>
                <a:cs typeface="Calibri"/>
                <a:sym typeface="Calibri"/>
              </a:rPr>
              <a:t>.</a:t>
            </a:r>
            <a:endParaRPr/>
          </a:p>
          <a:p>
            <a:pPr indent="0" lvl="0" marL="0" marR="0" rtl="0" algn="l">
              <a:lnSpc>
                <a:spcPct val="107000"/>
              </a:lnSpc>
              <a:spcBef>
                <a:spcPts val="800"/>
              </a:spcBef>
              <a:spcAft>
                <a:spcPts val="0"/>
              </a:spcAft>
              <a:buNone/>
            </a:pPr>
            <a:r>
              <a:t/>
            </a:r>
            <a:endParaRPr b="0" i="0" sz="1800" u="none" cap="none" strike="noStrike">
              <a:solidFill>
                <a:srgbClr val="000000"/>
              </a:solidFill>
              <a:latin typeface="Calibri"/>
              <a:ea typeface="Calibri"/>
              <a:cs typeface="Calibri"/>
              <a:sym typeface="Calibri"/>
            </a:endParaRPr>
          </a:p>
          <a:p>
            <a:pPr indent="-196850" lvl="0" marL="285750" marR="0" rtl="0" algn="l">
              <a:lnSpc>
                <a:spcPct val="100000"/>
              </a:lnSpc>
              <a:spcBef>
                <a:spcPts val="80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p:txBody>
      </p:sp>
      <p:sp>
        <p:nvSpPr>
          <p:cNvPr id="144" name="Google Shape;144;p14"/>
          <p:cNvSpPr txBox="1"/>
          <p:nvPr/>
        </p:nvSpPr>
        <p:spPr>
          <a:xfrm>
            <a:off x="329609" y="823472"/>
            <a:ext cx="7410893" cy="774507"/>
          </a:xfrm>
          <a:prstGeom prst="rect">
            <a:avLst/>
          </a:prstGeom>
          <a:noFill/>
          <a:ln>
            <a:noFill/>
          </a:ln>
        </p:spPr>
        <p:txBody>
          <a:bodyPr anchorCtr="0" anchor="t" bIns="45700" lIns="91425" spcFirstLastPara="1" rIns="91425" wrap="square" tIns="45700">
            <a:spAutoFit/>
          </a:bodyPr>
          <a:lstStyle/>
          <a:p>
            <a:pPr indent="-279400" lvl="0" marL="342900" marR="0" rtl="0" algn="l">
              <a:lnSpc>
                <a:spcPct val="107000"/>
              </a:lnSpc>
              <a:spcBef>
                <a:spcPts val="0"/>
              </a:spcBef>
              <a:spcAft>
                <a:spcPts val="0"/>
              </a:spcAft>
              <a:buClr>
                <a:srgbClr val="000000"/>
              </a:buClr>
              <a:buSzPts val="1000"/>
              <a:buFont typeface="Noto Sans Symbols"/>
              <a:buNone/>
            </a:pPr>
            <a:r>
              <a:t/>
            </a:r>
            <a:endParaRPr b="0" i="0" sz="1800" u="none" cap="none" strike="noStrike">
              <a:solidFill>
                <a:srgbClr val="000000"/>
              </a:solidFill>
              <a:latin typeface="Calibri"/>
              <a:ea typeface="Calibri"/>
              <a:cs typeface="Calibri"/>
              <a:sym typeface="Calibri"/>
            </a:endParaRPr>
          </a:p>
          <a:p>
            <a:pPr indent="-279400" lvl="0" marL="342900" marR="0" rtl="0" algn="l">
              <a:lnSpc>
                <a:spcPct val="107000"/>
              </a:lnSpc>
              <a:spcBef>
                <a:spcPts val="800"/>
              </a:spcBef>
              <a:spcAft>
                <a:spcPts val="0"/>
              </a:spcAft>
              <a:buClr>
                <a:srgbClr val="000000"/>
              </a:buClr>
              <a:buSzPts val="1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145" name="Google Shape;145;p14"/>
          <p:cNvSpPr txBox="1"/>
          <p:nvPr/>
        </p:nvSpPr>
        <p:spPr>
          <a:xfrm>
            <a:off x="403518" y="823472"/>
            <a:ext cx="7549117"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Arial"/>
                <a:ea typeface="Arial"/>
                <a:cs typeface="Arial"/>
                <a:sym typeface="Arial"/>
              </a:rPr>
              <a:t>The </a:t>
            </a:r>
            <a:r>
              <a:rPr b="0" i="1" lang="en-US" sz="1400" u="none" cap="none" strike="noStrike">
                <a:solidFill>
                  <a:srgbClr val="000000"/>
                </a:solidFill>
                <a:latin typeface="Arial"/>
                <a:ea typeface="Arial"/>
                <a:cs typeface="Arial"/>
                <a:sym typeface="Arial"/>
              </a:rPr>
              <a:t>learning rate</a:t>
            </a:r>
            <a:r>
              <a:rPr b="0" i="0" lang="en-US" sz="1400" u="none" cap="none" strike="noStrike">
                <a:solidFill>
                  <a:srgbClr val="000000"/>
                </a:solidFill>
                <a:latin typeface="Arial"/>
                <a:ea typeface="Arial"/>
                <a:cs typeface="Arial"/>
                <a:sym typeface="Arial"/>
              </a:rPr>
              <a:t> is a crucial parameter in gradient descent. It controls the size of the steps you take downhill:</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88900" lvl="0" marL="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High Learning Rate:</a:t>
            </a:r>
            <a:r>
              <a:rPr b="0" i="0" lang="en-US" sz="1400" u="none" cap="none" strike="noStrike">
                <a:solidFill>
                  <a:srgbClr val="000000"/>
                </a:solidFill>
                <a:latin typeface="Arial"/>
                <a:ea typeface="Arial"/>
                <a:cs typeface="Arial"/>
                <a:sym typeface="Arial"/>
              </a:rPr>
              <a:t> If the learning rate is too high, you might take large steps and overshoot the lowest point, bouncing around and never settling at the optimal solution. This can lead to instability and prevent convergence.</a:t>
            </a:r>
            <a:endParaRPr/>
          </a:p>
          <a:p>
            <a:pPr indent="-88900" lvl="0" marL="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Low Learning Rate:</a:t>
            </a:r>
            <a:r>
              <a:rPr b="0" i="0" lang="en-US" sz="1400" u="none" cap="none" strike="noStrike">
                <a:solidFill>
                  <a:srgbClr val="000000"/>
                </a:solidFill>
                <a:latin typeface="Arial"/>
                <a:ea typeface="Arial"/>
                <a:cs typeface="Arial"/>
                <a:sym typeface="Arial"/>
              </a:rPr>
              <a:t> If the learning rate is too low, you'll take tiny steps, and it will take a very long time to reach the bottom of the valley. The training process will be very slow.</a:t>
            </a:r>
            <a:endParaRPr/>
          </a:p>
          <a:p>
            <a:pPr indent="-88900" lvl="0" marL="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Arial"/>
                <a:ea typeface="Arial"/>
                <a:cs typeface="Arial"/>
                <a:sym typeface="Arial"/>
              </a:rPr>
              <a:t>Optimal Learning Rate:</a:t>
            </a:r>
            <a:r>
              <a:rPr b="0" i="0" lang="en-US" sz="1400" u="none" cap="none" strike="noStrike">
                <a:solidFill>
                  <a:srgbClr val="000000"/>
                </a:solidFill>
                <a:latin typeface="Arial"/>
                <a:ea typeface="Arial"/>
                <a:cs typeface="Arial"/>
                <a:sym typeface="Arial"/>
              </a:rPr>
              <a:t> A properly tuned learning rate allows the network to converge efficiently to a good solution. It's a balancing act – large enough to make progress but small enough to avoid overshooting.</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1" i="0" lang="en-US" sz="1400" u="none" cap="none" strike="noStrike">
                <a:solidFill>
                  <a:srgbClr val="000000"/>
                </a:solidFill>
                <a:latin typeface="Arial"/>
                <a:ea typeface="Arial"/>
                <a:cs typeface="Arial"/>
                <a:sym typeface="Arial"/>
              </a:rPr>
              <a:t>In summary:</a:t>
            </a:r>
            <a:r>
              <a:rPr b="0" i="0" lang="en-US" sz="1400" u="none" cap="none" strike="noStrike">
                <a:solidFill>
                  <a:srgbClr val="000000"/>
                </a:solidFill>
                <a:latin typeface="Arial"/>
                <a:ea typeface="Arial"/>
                <a:cs typeface="Arial"/>
                <a:sym typeface="Arial"/>
              </a:rPr>
              <a:t> Training a neural network involves carefully balancing the weights and biases to avoid overfitting and underfitting, and tuning the learning rate in gradient descent to ensure efficient convergence. It's a process of finding the sweet spot where the network learns the underlying patterns in the data without memorizing noise.</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15"/>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151" name="Google Shape;151;p15"/>
          <p:cNvSpPr txBox="1"/>
          <p:nvPr>
            <p:ph type="title"/>
          </p:nvPr>
        </p:nvSpPr>
        <p:spPr>
          <a:xfrm>
            <a:off x="190351" y="122160"/>
            <a:ext cx="7975453"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b="1" lang="en-US" sz="2000">
                <a:latin typeface="Calibri"/>
                <a:ea typeface="Calibri"/>
                <a:cs typeface="Calibri"/>
                <a:sym typeface="Calibri"/>
              </a:rPr>
              <a:t>Gradient Descent and Learning Rate Effect</a:t>
            </a:r>
            <a:br>
              <a:rPr lang="en-US" sz="2000">
                <a:latin typeface="Calibri"/>
                <a:ea typeface="Calibri"/>
                <a:cs typeface="Calibri"/>
                <a:sym typeface="Calibri"/>
              </a:rPr>
            </a:br>
            <a:br>
              <a:rPr lang="en-US" sz="2000">
                <a:latin typeface="Calibri"/>
                <a:ea typeface="Calibri"/>
                <a:cs typeface="Calibri"/>
                <a:sym typeface="Calibri"/>
              </a:rPr>
            </a:br>
            <a:br>
              <a:rPr lang="en-US" sz="1600">
                <a:latin typeface="Arial"/>
                <a:ea typeface="Arial"/>
                <a:cs typeface="Arial"/>
                <a:sym typeface="Arial"/>
              </a:rPr>
            </a:br>
            <a:endParaRPr sz="3200"/>
          </a:p>
        </p:txBody>
      </p:sp>
      <p:sp>
        <p:nvSpPr>
          <p:cNvPr id="152" name="Google Shape;152;p15"/>
          <p:cNvSpPr txBox="1"/>
          <p:nvPr/>
        </p:nvSpPr>
        <p:spPr>
          <a:xfrm>
            <a:off x="-2524264" y="541997"/>
            <a:ext cx="7975454" cy="1105687"/>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1800" u="none" cap="none" strike="noStrike">
                <a:solidFill>
                  <a:srgbClr val="000000"/>
                </a:solidFill>
                <a:latin typeface="Calibri"/>
                <a:ea typeface="Calibri"/>
                <a:cs typeface="Calibri"/>
                <a:sym typeface="Calibri"/>
              </a:rPr>
              <a:t>.</a:t>
            </a:r>
            <a:endParaRPr/>
          </a:p>
          <a:p>
            <a:pPr indent="0" lvl="0" marL="0" marR="0" rtl="0" algn="l">
              <a:lnSpc>
                <a:spcPct val="107000"/>
              </a:lnSpc>
              <a:spcBef>
                <a:spcPts val="800"/>
              </a:spcBef>
              <a:spcAft>
                <a:spcPts val="0"/>
              </a:spcAft>
              <a:buNone/>
            </a:pPr>
            <a:r>
              <a:t/>
            </a:r>
            <a:endParaRPr b="0" i="0" sz="1800" u="none" cap="none" strike="noStrike">
              <a:solidFill>
                <a:srgbClr val="000000"/>
              </a:solidFill>
              <a:latin typeface="Calibri"/>
              <a:ea typeface="Calibri"/>
              <a:cs typeface="Calibri"/>
              <a:sym typeface="Calibri"/>
            </a:endParaRPr>
          </a:p>
          <a:p>
            <a:pPr indent="-196850" lvl="0" marL="285750" marR="0" rtl="0" algn="l">
              <a:lnSpc>
                <a:spcPct val="100000"/>
              </a:lnSpc>
              <a:spcBef>
                <a:spcPts val="80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p:txBody>
      </p:sp>
      <p:sp>
        <p:nvSpPr>
          <p:cNvPr id="153" name="Google Shape;153;p15"/>
          <p:cNvSpPr txBox="1"/>
          <p:nvPr/>
        </p:nvSpPr>
        <p:spPr>
          <a:xfrm>
            <a:off x="372139" y="980785"/>
            <a:ext cx="7410893" cy="774507"/>
          </a:xfrm>
          <a:prstGeom prst="rect">
            <a:avLst/>
          </a:prstGeom>
          <a:noFill/>
          <a:ln>
            <a:noFill/>
          </a:ln>
        </p:spPr>
        <p:txBody>
          <a:bodyPr anchorCtr="0" anchor="t" bIns="45700" lIns="91425" spcFirstLastPara="1" rIns="91425" wrap="square" tIns="45700">
            <a:spAutoFit/>
          </a:bodyPr>
          <a:lstStyle/>
          <a:p>
            <a:pPr indent="-279400" lvl="0" marL="342900" marR="0" rtl="0" algn="l">
              <a:lnSpc>
                <a:spcPct val="107000"/>
              </a:lnSpc>
              <a:spcBef>
                <a:spcPts val="0"/>
              </a:spcBef>
              <a:spcAft>
                <a:spcPts val="0"/>
              </a:spcAft>
              <a:buClr>
                <a:srgbClr val="000000"/>
              </a:buClr>
              <a:buSzPts val="1000"/>
              <a:buFont typeface="Noto Sans Symbols"/>
              <a:buNone/>
            </a:pPr>
            <a:r>
              <a:t/>
            </a:r>
            <a:endParaRPr b="0" i="0" sz="1800" u="none" cap="none" strike="noStrike">
              <a:solidFill>
                <a:srgbClr val="000000"/>
              </a:solidFill>
              <a:latin typeface="Calibri"/>
              <a:ea typeface="Calibri"/>
              <a:cs typeface="Calibri"/>
              <a:sym typeface="Calibri"/>
            </a:endParaRPr>
          </a:p>
          <a:p>
            <a:pPr indent="-279400" lvl="0" marL="342900" marR="0" rtl="0" algn="l">
              <a:lnSpc>
                <a:spcPct val="107000"/>
              </a:lnSpc>
              <a:spcBef>
                <a:spcPts val="800"/>
              </a:spcBef>
              <a:spcAft>
                <a:spcPts val="0"/>
              </a:spcAft>
              <a:buClr>
                <a:srgbClr val="000000"/>
              </a:buClr>
              <a:buSzPts val="1000"/>
              <a:buFont typeface="Noto Sans Symbols"/>
              <a:buNone/>
            </a:pPr>
            <a:r>
              <a:t/>
            </a:r>
            <a:endParaRPr b="0" i="0" sz="1800" u="none" cap="none" strike="noStrike">
              <a:solidFill>
                <a:srgbClr val="000000"/>
              </a:solidFill>
              <a:latin typeface="Calibri"/>
              <a:ea typeface="Calibri"/>
              <a:cs typeface="Calibri"/>
              <a:sym typeface="Calibri"/>
            </a:endParaRPr>
          </a:p>
        </p:txBody>
      </p:sp>
      <p:pic>
        <p:nvPicPr>
          <p:cNvPr id="154" name="Google Shape;154;p15"/>
          <p:cNvPicPr preferRelativeResize="0"/>
          <p:nvPr/>
        </p:nvPicPr>
        <p:blipFill rotWithShape="1">
          <a:blip r:embed="rId4">
            <a:alphaModFix/>
          </a:blip>
          <a:srcRect b="63297" l="0" r="0" t="0"/>
          <a:stretch/>
        </p:blipFill>
        <p:spPr>
          <a:xfrm>
            <a:off x="46537" y="627590"/>
            <a:ext cx="5913995" cy="2152334"/>
          </a:xfrm>
          <a:prstGeom prst="rect">
            <a:avLst/>
          </a:prstGeom>
          <a:noFill/>
          <a:ln>
            <a:noFill/>
          </a:ln>
        </p:spPr>
      </p:pic>
      <p:pic>
        <p:nvPicPr>
          <p:cNvPr id="155" name="Google Shape;155;p15"/>
          <p:cNvPicPr preferRelativeResize="0"/>
          <p:nvPr/>
        </p:nvPicPr>
        <p:blipFill rotWithShape="1">
          <a:blip r:embed="rId5">
            <a:alphaModFix/>
          </a:blip>
          <a:srcRect b="0" l="0" r="0" t="0"/>
          <a:stretch/>
        </p:blipFill>
        <p:spPr>
          <a:xfrm>
            <a:off x="4699153" y="1181100"/>
            <a:ext cx="4398309" cy="3962400"/>
          </a:xfrm>
          <a:prstGeom prst="rect">
            <a:avLst/>
          </a:prstGeom>
          <a:noFill/>
          <a:ln>
            <a:noFill/>
          </a:ln>
        </p:spPr>
      </p:pic>
      <p:sp>
        <p:nvSpPr>
          <p:cNvPr id="156" name="Google Shape;156;p15"/>
          <p:cNvSpPr txBox="1"/>
          <p:nvPr/>
        </p:nvSpPr>
        <p:spPr>
          <a:xfrm>
            <a:off x="46538" y="3058633"/>
            <a:ext cx="4859079" cy="12464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400" u="none" cap="none" strike="noStrike">
                <a:solidFill>
                  <a:srgbClr val="404040"/>
                </a:solidFill>
                <a:latin typeface="Inter"/>
                <a:ea typeface="Inter"/>
                <a:cs typeface="Inter"/>
                <a:sym typeface="Inter"/>
              </a:rPr>
              <a:t>Key Takeaways</a:t>
            </a:r>
            <a:endParaRPr/>
          </a:p>
          <a:p>
            <a:pPr indent="-88900" lvl="0" marL="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404040"/>
                </a:solidFill>
                <a:latin typeface="Inter"/>
                <a:ea typeface="Inter"/>
                <a:cs typeface="Inter"/>
                <a:sym typeface="Inter"/>
              </a:rPr>
              <a:t>High Learning Rate</a:t>
            </a:r>
            <a:r>
              <a:rPr b="0" i="0" lang="en-US" sz="1400" u="none" cap="none" strike="noStrike">
                <a:solidFill>
                  <a:srgbClr val="404040"/>
                </a:solidFill>
                <a:latin typeface="Inter"/>
                <a:ea typeface="Inter"/>
                <a:cs typeface="Inter"/>
                <a:sym typeface="Inter"/>
              </a:rPr>
              <a:t>: Fast but unstable convergence.</a:t>
            </a:r>
            <a:endParaRPr/>
          </a:p>
          <a:p>
            <a:pPr indent="-88900" lvl="0" marL="0" marR="0" rtl="0" algn="l">
              <a:lnSpc>
                <a:spcPct val="100000"/>
              </a:lnSpc>
              <a:spcBef>
                <a:spcPts val="300"/>
              </a:spcBef>
              <a:spcAft>
                <a:spcPts val="0"/>
              </a:spcAft>
              <a:buClr>
                <a:srgbClr val="000000"/>
              </a:buClr>
              <a:buSzPts val="1400"/>
              <a:buFont typeface="Arial"/>
              <a:buChar char="•"/>
            </a:pPr>
            <a:r>
              <a:rPr b="1" i="0" lang="en-US" sz="1400" u="none" cap="none" strike="noStrike">
                <a:solidFill>
                  <a:srgbClr val="404040"/>
                </a:solidFill>
                <a:latin typeface="Inter"/>
                <a:ea typeface="Inter"/>
                <a:cs typeface="Inter"/>
                <a:sym typeface="Inter"/>
              </a:rPr>
              <a:t>Low Learning Rate</a:t>
            </a:r>
            <a:r>
              <a:rPr b="0" i="0" lang="en-US" sz="1400" u="none" cap="none" strike="noStrike">
                <a:solidFill>
                  <a:srgbClr val="404040"/>
                </a:solidFill>
                <a:latin typeface="Inter"/>
                <a:ea typeface="Inter"/>
                <a:cs typeface="Inter"/>
                <a:sym typeface="Inter"/>
              </a:rPr>
              <a:t>: Slow but stable convergence.</a:t>
            </a:r>
            <a:endParaRPr/>
          </a:p>
          <a:p>
            <a:pPr indent="-88900" lvl="0" marL="0" marR="0" rtl="0" algn="l">
              <a:lnSpc>
                <a:spcPct val="100000"/>
              </a:lnSpc>
              <a:spcBef>
                <a:spcPts val="300"/>
              </a:spcBef>
              <a:spcAft>
                <a:spcPts val="0"/>
              </a:spcAft>
              <a:buClr>
                <a:srgbClr val="000000"/>
              </a:buClr>
              <a:buSzPts val="1400"/>
              <a:buFont typeface="Arial"/>
              <a:buChar char="•"/>
            </a:pPr>
            <a:r>
              <a:rPr b="1" i="0" lang="en-US" sz="1400" u="none" cap="none" strike="noStrike">
                <a:solidFill>
                  <a:srgbClr val="404040"/>
                </a:solidFill>
                <a:latin typeface="Inter"/>
                <a:ea typeface="Inter"/>
                <a:cs typeface="Inter"/>
                <a:sym typeface="Inter"/>
              </a:rPr>
              <a:t>Optimal Learning Rate</a:t>
            </a:r>
            <a:r>
              <a:rPr b="0" i="0" lang="en-US" sz="1400" u="none" cap="none" strike="noStrike">
                <a:solidFill>
                  <a:srgbClr val="404040"/>
                </a:solidFill>
                <a:latin typeface="Inter"/>
                <a:ea typeface="Inter"/>
                <a:cs typeface="Inter"/>
                <a:sym typeface="Inter"/>
              </a:rPr>
              <a:t>: Balances speed and stability for efficient convergence.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16"/>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162" name="Google Shape;162;p16"/>
          <p:cNvSpPr txBox="1"/>
          <p:nvPr>
            <p:ph type="title"/>
          </p:nvPr>
        </p:nvSpPr>
        <p:spPr>
          <a:xfrm>
            <a:off x="190351" y="122160"/>
            <a:ext cx="7975453"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lang="en-US" sz="2000">
                <a:latin typeface="Calibri"/>
                <a:ea typeface="Calibri"/>
                <a:cs typeface="Calibri"/>
                <a:sym typeface="Calibri"/>
              </a:rPr>
              <a:t>Regularization: Impact on Overfitting &amp; Underfitting</a:t>
            </a:r>
            <a:br>
              <a:rPr lang="en-US" sz="2000">
                <a:latin typeface="Calibri"/>
                <a:ea typeface="Calibri"/>
                <a:cs typeface="Calibri"/>
                <a:sym typeface="Calibri"/>
              </a:rPr>
            </a:br>
            <a:br>
              <a:rPr lang="en-US" sz="2000">
                <a:latin typeface="Calibri"/>
                <a:ea typeface="Calibri"/>
                <a:cs typeface="Calibri"/>
                <a:sym typeface="Calibri"/>
              </a:rPr>
            </a:br>
            <a:br>
              <a:rPr lang="en-US" sz="2000">
                <a:latin typeface="Calibri"/>
                <a:ea typeface="Calibri"/>
                <a:cs typeface="Calibri"/>
                <a:sym typeface="Calibri"/>
              </a:rPr>
            </a:br>
            <a:br>
              <a:rPr lang="en-US" sz="1600">
                <a:latin typeface="Arial"/>
                <a:ea typeface="Arial"/>
                <a:cs typeface="Arial"/>
                <a:sym typeface="Arial"/>
              </a:rPr>
            </a:br>
            <a:endParaRPr sz="3200"/>
          </a:p>
        </p:txBody>
      </p:sp>
      <p:sp>
        <p:nvSpPr>
          <p:cNvPr id="163" name="Google Shape;163;p16"/>
          <p:cNvSpPr txBox="1"/>
          <p:nvPr/>
        </p:nvSpPr>
        <p:spPr>
          <a:xfrm>
            <a:off x="-2524264" y="541997"/>
            <a:ext cx="7975454" cy="1105687"/>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1800" u="none" cap="none" strike="noStrike">
                <a:solidFill>
                  <a:srgbClr val="000000"/>
                </a:solidFill>
                <a:latin typeface="Calibri"/>
                <a:ea typeface="Calibri"/>
                <a:cs typeface="Calibri"/>
                <a:sym typeface="Calibri"/>
              </a:rPr>
              <a:t>.</a:t>
            </a:r>
            <a:endParaRPr/>
          </a:p>
          <a:p>
            <a:pPr indent="0" lvl="0" marL="0" marR="0" rtl="0" algn="l">
              <a:lnSpc>
                <a:spcPct val="107000"/>
              </a:lnSpc>
              <a:spcBef>
                <a:spcPts val="800"/>
              </a:spcBef>
              <a:spcAft>
                <a:spcPts val="0"/>
              </a:spcAft>
              <a:buNone/>
            </a:pPr>
            <a:r>
              <a:t/>
            </a:r>
            <a:endParaRPr b="0" i="0" sz="1800" u="none" cap="none" strike="noStrike">
              <a:solidFill>
                <a:srgbClr val="000000"/>
              </a:solidFill>
              <a:latin typeface="Calibri"/>
              <a:ea typeface="Calibri"/>
              <a:cs typeface="Calibri"/>
              <a:sym typeface="Calibri"/>
            </a:endParaRPr>
          </a:p>
          <a:p>
            <a:pPr indent="-196850" lvl="0" marL="285750" marR="0" rtl="0" algn="l">
              <a:lnSpc>
                <a:spcPct val="100000"/>
              </a:lnSpc>
              <a:spcBef>
                <a:spcPts val="80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p:txBody>
      </p:sp>
      <p:sp>
        <p:nvSpPr>
          <p:cNvPr id="164" name="Google Shape;164;p16"/>
          <p:cNvSpPr txBox="1"/>
          <p:nvPr/>
        </p:nvSpPr>
        <p:spPr>
          <a:xfrm>
            <a:off x="372139" y="980785"/>
            <a:ext cx="7410893" cy="774507"/>
          </a:xfrm>
          <a:prstGeom prst="rect">
            <a:avLst/>
          </a:prstGeom>
          <a:noFill/>
          <a:ln>
            <a:noFill/>
          </a:ln>
        </p:spPr>
        <p:txBody>
          <a:bodyPr anchorCtr="0" anchor="t" bIns="45700" lIns="91425" spcFirstLastPara="1" rIns="91425" wrap="square" tIns="45700">
            <a:spAutoFit/>
          </a:bodyPr>
          <a:lstStyle/>
          <a:p>
            <a:pPr indent="-279400" lvl="0" marL="342900" marR="0" rtl="0" algn="l">
              <a:lnSpc>
                <a:spcPct val="107000"/>
              </a:lnSpc>
              <a:spcBef>
                <a:spcPts val="0"/>
              </a:spcBef>
              <a:spcAft>
                <a:spcPts val="0"/>
              </a:spcAft>
              <a:buClr>
                <a:srgbClr val="000000"/>
              </a:buClr>
              <a:buSzPts val="1000"/>
              <a:buFont typeface="Noto Sans Symbols"/>
              <a:buNone/>
            </a:pPr>
            <a:r>
              <a:t/>
            </a:r>
            <a:endParaRPr b="0" i="0" sz="1800" u="none" cap="none" strike="noStrike">
              <a:solidFill>
                <a:srgbClr val="000000"/>
              </a:solidFill>
              <a:latin typeface="Calibri"/>
              <a:ea typeface="Calibri"/>
              <a:cs typeface="Calibri"/>
              <a:sym typeface="Calibri"/>
            </a:endParaRPr>
          </a:p>
          <a:p>
            <a:pPr indent="-279400" lvl="0" marL="342900" marR="0" rtl="0" algn="l">
              <a:lnSpc>
                <a:spcPct val="107000"/>
              </a:lnSpc>
              <a:spcBef>
                <a:spcPts val="800"/>
              </a:spcBef>
              <a:spcAft>
                <a:spcPts val="0"/>
              </a:spcAft>
              <a:buClr>
                <a:srgbClr val="000000"/>
              </a:buClr>
              <a:buSzPts val="1000"/>
              <a:buFont typeface="Noto Sans Symbols"/>
              <a:buNone/>
            </a:pPr>
            <a:r>
              <a:t/>
            </a:r>
            <a:endParaRPr b="0" i="0" sz="1800" u="none" cap="none" strike="noStrike">
              <a:solidFill>
                <a:srgbClr val="000000"/>
              </a:solidFill>
              <a:latin typeface="Calibri"/>
              <a:ea typeface="Calibri"/>
              <a:cs typeface="Calibri"/>
              <a:sym typeface="Calibri"/>
            </a:endParaRPr>
          </a:p>
        </p:txBody>
      </p:sp>
      <p:sp>
        <p:nvSpPr>
          <p:cNvPr id="165" name="Google Shape;165;p16"/>
          <p:cNvSpPr txBox="1"/>
          <p:nvPr/>
        </p:nvSpPr>
        <p:spPr>
          <a:xfrm>
            <a:off x="372139" y="980785"/>
            <a:ext cx="7410893" cy="4092146"/>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n-US" sz="1800" u="none" cap="none" strike="noStrike">
                <a:solidFill>
                  <a:srgbClr val="000000"/>
                </a:solidFill>
                <a:latin typeface="Calibri"/>
                <a:ea typeface="Calibri"/>
                <a:cs typeface="Calibri"/>
                <a:sym typeface="Calibri"/>
              </a:rPr>
              <a:t>Types of Regularization</a:t>
            </a:r>
            <a:endParaRPr b="0" i="0" sz="1800" u="none" cap="none" strike="noStrike">
              <a:solidFill>
                <a:srgbClr val="000000"/>
              </a:solidFill>
              <a:latin typeface="Calibri"/>
              <a:ea typeface="Calibri"/>
              <a:cs typeface="Calibri"/>
              <a:sym typeface="Calibri"/>
            </a:endParaRPr>
          </a:p>
          <a:p>
            <a:pPr indent="-342900" lvl="0" marL="342900" marR="0" rtl="0" algn="l">
              <a:lnSpc>
                <a:spcPct val="107000"/>
              </a:lnSpc>
              <a:spcBef>
                <a:spcPts val="800"/>
              </a:spcBef>
              <a:spcAft>
                <a:spcPts val="0"/>
              </a:spcAft>
              <a:buClr>
                <a:srgbClr val="000000"/>
              </a:buClr>
              <a:buSzPts val="1000"/>
              <a:buFont typeface="Noto Sans Symbols"/>
              <a:buChar char="∙"/>
            </a:pPr>
            <a:r>
              <a:rPr b="1" i="0" lang="en-US" sz="1800" u="none" cap="none" strike="noStrike">
                <a:solidFill>
                  <a:srgbClr val="000000"/>
                </a:solidFill>
                <a:latin typeface="Calibri"/>
                <a:ea typeface="Calibri"/>
                <a:cs typeface="Calibri"/>
                <a:sym typeface="Calibri"/>
              </a:rPr>
              <a:t>L1 (Lasso)</a:t>
            </a:r>
            <a:r>
              <a:rPr b="0" i="0" lang="en-US" sz="1800" u="none" cap="none" strike="noStrike">
                <a:solidFill>
                  <a:srgbClr val="000000"/>
                </a:solidFill>
                <a:latin typeface="Calibri"/>
                <a:ea typeface="Calibri"/>
                <a:cs typeface="Calibri"/>
                <a:sym typeface="Calibri"/>
              </a:rPr>
              <a:t>: Shrinks some weights to </a:t>
            </a:r>
            <a:r>
              <a:rPr b="1" i="0" lang="en-US" sz="1800" u="none" cap="none" strike="noStrike">
                <a:solidFill>
                  <a:srgbClr val="000000"/>
                </a:solidFill>
                <a:latin typeface="Calibri"/>
                <a:ea typeface="Calibri"/>
                <a:cs typeface="Calibri"/>
                <a:sym typeface="Calibri"/>
              </a:rPr>
              <a:t>zero</a:t>
            </a:r>
            <a:r>
              <a:rPr b="0" i="0" lang="en-US" sz="1800" u="none" cap="none" strike="noStrike">
                <a:solidFill>
                  <a:srgbClr val="000000"/>
                </a:solidFill>
                <a:latin typeface="Calibri"/>
                <a:ea typeface="Calibri"/>
                <a:cs typeface="Calibri"/>
                <a:sym typeface="Calibri"/>
              </a:rPr>
              <a:t> → Feature selection.</a:t>
            </a:r>
            <a:endParaRPr/>
          </a:p>
          <a:p>
            <a:pPr indent="-342900" lvl="0" marL="342900" marR="0" rtl="0" algn="l">
              <a:lnSpc>
                <a:spcPct val="107000"/>
              </a:lnSpc>
              <a:spcBef>
                <a:spcPts val="800"/>
              </a:spcBef>
              <a:spcAft>
                <a:spcPts val="0"/>
              </a:spcAft>
              <a:buClr>
                <a:srgbClr val="000000"/>
              </a:buClr>
              <a:buSzPts val="1000"/>
              <a:buFont typeface="Noto Sans Symbols"/>
              <a:buChar char="∙"/>
            </a:pPr>
            <a:r>
              <a:rPr b="1" i="0" lang="en-US" sz="1800" u="none" cap="none" strike="noStrike">
                <a:solidFill>
                  <a:srgbClr val="000000"/>
                </a:solidFill>
                <a:latin typeface="Calibri"/>
                <a:ea typeface="Calibri"/>
                <a:cs typeface="Calibri"/>
                <a:sym typeface="Calibri"/>
              </a:rPr>
              <a:t>L2 (Ridge)</a:t>
            </a:r>
            <a:r>
              <a:rPr b="0" i="0" lang="en-US" sz="1800" u="none" cap="none" strike="noStrike">
                <a:solidFill>
                  <a:srgbClr val="000000"/>
                </a:solidFill>
                <a:latin typeface="Calibri"/>
                <a:ea typeface="Calibri"/>
                <a:cs typeface="Calibri"/>
                <a:sym typeface="Calibri"/>
              </a:rPr>
              <a:t>: Shrinks weights but </a:t>
            </a:r>
            <a:r>
              <a:rPr b="1" i="0" lang="en-US" sz="1800" u="none" cap="none" strike="noStrike">
                <a:solidFill>
                  <a:srgbClr val="000000"/>
                </a:solidFill>
                <a:latin typeface="Calibri"/>
                <a:ea typeface="Calibri"/>
                <a:cs typeface="Calibri"/>
                <a:sym typeface="Calibri"/>
              </a:rPr>
              <a:t>doesn’t remove them</a:t>
            </a:r>
            <a:r>
              <a:rPr b="0" i="0" lang="en-US" sz="1800" u="none" cap="none" strike="noStrike">
                <a:solidFill>
                  <a:srgbClr val="000000"/>
                </a:solidFill>
                <a:latin typeface="Calibri"/>
                <a:ea typeface="Calibri"/>
                <a:cs typeface="Calibri"/>
                <a:sym typeface="Calibri"/>
              </a:rPr>
              <a:t> → Prevents overfitting.</a:t>
            </a:r>
            <a:endParaRPr/>
          </a:p>
          <a:p>
            <a:pPr indent="-342900" lvl="0" marL="342900" marR="0" rtl="0" algn="l">
              <a:lnSpc>
                <a:spcPct val="107000"/>
              </a:lnSpc>
              <a:spcBef>
                <a:spcPts val="800"/>
              </a:spcBef>
              <a:spcAft>
                <a:spcPts val="0"/>
              </a:spcAft>
              <a:buClr>
                <a:srgbClr val="000000"/>
              </a:buClr>
              <a:buSzPts val="1000"/>
              <a:buFont typeface="Noto Sans Symbols"/>
              <a:buChar char="∙"/>
            </a:pPr>
            <a:r>
              <a:rPr b="1" i="0" lang="en-US" sz="1800" u="none" cap="none" strike="noStrike">
                <a:solidFill>
                  <a:srgbClr val="000000"/>
                </a:solidFill>
                <a:latin typeface="Calibri"/>
                <a:ea typeface="Calibri"/>
                <a:cs typeface="Calibri"/>
                <a:sym typeface="Calibri"/>
              </a:rPr>
              <a:t>Dropout (for neural networks)</a:t>
            </a:r>
            <a:r>
              <a:rPr b="0" i="0" lang="en-US" sz="1800" u="none" cap="none" strike="noStrike">
                <a:solidFill>
                  <a:srgbClr val="000000"/>
                </a:solidFill>
                <a:latin typeface="Calibri"/>
                <a:ea typeface="Calibri"/>
                <a:cs typeface="Calibri"/>
                <a:sym typeface="Calibri"/>
              </a:rPr>
              <a:t>: Randomly drops neurons to improve generalization.</a:t>
            </a:r>
            <a:endParaRPr/>
          </a:p>
          <a:p>
            <a:pPr indent="0" lvl="0" marL="0" marR="0" rtl="0" algn="l">
              <a:lnSpc>
                <a:spcPct val="107000"/>
              </a:lnSpc>
              <a:spcBef>
                <a:spcPts val="800"/>
              </a:spcBef>
              <a:spcAft>
                <a:spcPts val="0"/>
              </a:spcAft>
              <a:buNone/>
            </a:pPr>
            <a:r>
              <a:rPr b="1" i="0" lang="en-US" sz="1800" u="none" cap="none" strike="noStrike">
                <a:solidFill>
                  <a:srgbClr val="000000"/>
                </a:solidFill>
                <a:latin typeface="Calibri"/>
                <a:ea typeface="Calibri"/>
                <a:cs typeface="Calibri"/>
                <a:sym typeface="Calibri"/>
              </a:rPr>
              <a:t>Effect of Regularization Strength (λ\lambda)</a:t>
            </a:r>
            <a:endParaRPr b="0" i="0" sz="1800" u="none" cap="none" strike="noStrike">
              <a:solidFill>
                <a:srgbClr val="000000"/>
              </a:solidFill>
              <a:latin typeface="Calibri"/>
              <a:ea typeface="Calibri"/>
              <a:cs typeface="Calibri"/>
              <a:sym typeface="Calibri"/>
            </a:endParaRPr>
          </a:p>
          <a:p>
            <a:pPr indent="-342900" lvl="0" marL="342900" marR="0" rtl="0" algn="l">
              <a:lnSpc>
                <a:spcPct val="107000"/>
              </a:lnSpc>
              <a:spcBef>
                <a:spcPts val="800"/>
              </a:spcBef>
              <a:spcAft>
                <a:spcPts val="0"/>
              </a:spcAft>
              <a:buClr>
                <a:srgbClr val="000000"/>
              </a:buClr>
              <a:buSzPts val="1000"/>
              <a:buFont typeface="Noto Sans Symbols"/>
              <a:buChar char="∙"/>
            </a:pPr>
            <a:r>
              <a:rPr b="1" i="0" lang="en-US" sz="1800" u="none" cap="none" strike="noStrike">
                <a:solidFill>
                  <a:srgbClr val="000000"/>
                </a:solidFill>
                <a:latin typeface="Calibri"/>
                <a:ea typeface="Calibri"/>
                <a:cs typeface="Calibri"/>
                <a:sym typeface="Calibri"/>
              </a:rPr>
              <a:t>No regularization</a:t>
            </a:r>
            <a:r>
              <a:rPr b="0" i="0" lang="en-US" sz="1800" u="none" cap="none" strike="noStrike">
                <a:solidFill>
                  <a:srgbClr val="000000"/>
                </a:solidFill>
                <a:latin typeface="Calibri"/>
                <a:ea typeface="Calibri"/>
                <a:cs typeface="Calibri"/>
                <a:sym typeface="Calibri"/>
              </a:rPr>
              <a:t> → Overfits.</a:t>
            </a:r>
            <a:endParaRPr/>
          </a:p>
          <a:p>
            <a:pPr indent="-342900" lvl="0" marL="342900" marR="0" rtl="0" algn="l">
              <a:lnSpc>
                <a:spcPct val="107000"/>
              </a:lnSpc>
              <a:spcBef>
                <a:spcPts val="800"/>
              </a:spcBef>
              <a:spcAft>
                <a:spcPts val="0"/>
              </a:spcAft>
              <a:buClr>
                <a:srgbClr val="000000"/>
              </a:buClr>
              <a:buSzPts val="1000"/>
              <a:buFont typeface="Noto Sans Symbols"/>
              <a:buChar char="∙"/>
            </a:pPr>
            <a:r>
              <a:rPr b="1" i="0" lang="en-US" sz="1800" u="none" cap="none" strike="noStrike">
                <a:solidFill>
                  <a:srgbClr val="000000"/>
                </a:solidFill>
                <a:latin typeface="Calibri"/>
                <a:ea typeface="Calibri"/>
                <a:cs typeface="Calibri"/>
                <a:sym typeface="Calibri"/>
              </a:rPr>
              <a:t>Moderate regularization</a:t>
            </a:r>
            <a:r>
              <a:rPr b="0" i="0" lang="en-US" sz="1800" u="none" cap="none" strike="noStrike">
                <a:solidFill>
                  <a:srgbClr val="000000"/>
                </a:solidFill>
                <a:latin typeface="Calibri"/>
                <a:ea typeface="Calibri"/>
                <a:cs typeface="Calibri"/>
                <a:sym typeface="Calibri"/>
              </a:rPr>
              <a:t> → Generalizes well.</a:t>
            </a:r>
            <a:endParaRPr/>
          </a:p>
          <a:p>
            <a:pPr indent="-342900" lvl="0" marL="342900" marR="0" rtl="0" algn="l">
              <a:lnSpc>
                <a:spcPct val="107000"/>
              </a:lnSpc>
              <a:spcBef>
                <a:spcPts val="800"/>
              </a:spcBef>
              <a:spcAft>
                <a:spcPts val="0"/>
              </a:spcAft>
              <a:buClr>
                <a:srgbClr val="000000"/>
              </a:buClr>
              <a:buSzPts val="1000"/>
              <a:buFont typeface="Noto Sans Symbols"/>
              <a:buChar char="∙"/>
            </a:pPr>
            <a:r>
              <a:rPr b="1" i="0" lang="en-US" sz="1800" u="none" cap="none" strike="noStrike">
                <a:solidFill>
                  <a:srgbClr val="000000"/>
                </a:solidFill>
                <a:latin typeface="Calibri"/>
                <a:ea typeface="Calibri"/>
                <a:cs typeface="Calibri"/>
                <a:sym typeface="Calibri"/>
              </a:rPr>
              <a:t>Too much regularization</a:t>
            </a:r>
            <a:r>
              <a:rPr b="0" i="0" lang="en-US" sz="1800" u="none" cap="none" strike="noStrike">
                <a:solidFill>
                  <a:srgbClr val="000000"/>
                </a:solidFill>
                <a:latin typeface="Calibri"/>
                <a:ea typeface="Calibri"/>
                <a:cs typeface="Calibri"/>
                <a:sym typeface="Calibri"/>
              </a:rPr>
              <a:t> → Underfits.</a:t>
            </a:r>
            <a:endParaRPr/>
          </a:p>
          <a:p>
            <a:pPr indent="0" lvl="0" marL="0" marR="0" rtl="0" algn="l">
              <a:lnSpc>
                <a:spcPct val="100000"/>
              </a:lnSpc>
              <a:spcBef>
                <a:spcPts val="80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17"/>
          <p:cNvPicPr preferRelativeResize="0"/>
          <p:nvPr/>
        </p:nvPicPr>
        <p:blipFill rotWithShape="1">
          <a:blip r:embed="rId3">
            <a:alphaModFix amt="60000"/>
          </a:blip>
          <a:srcRect b="0" l="0" r="0" t="0"/>
          <a:stretch/>
        </p:blipFill>
        <p:spPr>
          <a:xfrm>
            <a:off x="3544650" y="177900"/>
            <a:ext cx="5408998" cy="2939569"/>
          </a:xfrm>
          <a:prstGeom prst="rect">
            <a:avLst/>
          </a:prstGeom>
          <a:noFill/>
          <a:ln>
            <a:noFill/>
          </a:ln>
        </p:spPr>
      </p:pic>
      <p:sp>
        <p:nvSpPr>
          <p:cNvPr id="171" name="Google Shape;171;p17"/>
          <p:cNvSpPr txBox="1"/>
          <p:nvPr>
            <p:ph type="title"/>
          </p:nvPr>
        </p:nvSpPr>
        <p:spPr>
          <a:xfrm>
            <a:off x="190351" y="122160"/>
            <a:ext cx="7975453" cy="494528"/>
          </a:xfrm>
          <a:prstGeom prst="rect">
            <a:avLst/>
          </a:prstGeom>
          <a:noFill/>
          <a:ln>
            <a:noFill/>
          </a:ln>
        </p:spPr>
        <p:txBody>
          <a:bodyPr anchorCtr="0" anchor="t" bIns="91425" lIns="91425" spcFirstLastPara="1" rIns="91425" wrap="square" tIns="91425">
            <a:noAutofit/>
          </a:bodyPr>
          <a:lstStyle/>
          <a:p>
            <a:pPr indent="0" lvl="0" marL="0" rtl="1" algn="l">
              <a:lnSpc>
                <a:spcPct val="100000"/>
              </a:lnSpc>
              <a:spcBef>
                <a:spcPts val="0"/>
              </a:spcBef>
              <a:spcAft>
                <a:spcPts val="0"/>
              </a:spcAft>
              <a:buClr>
                <a:srgbClr val="543198"/>
              </a:buClr>
              <a:buSzPts val="2500"/>
              <a:buNone/>
            </a:pPr>
            <a:r>
              <a:rPr lang="en-US" sz="2000">
                <a:latin typeface="Calibri"/>
                <a:ea typeface="Calibri"/>
                <a:cs typeface="Calibri"/>
                <a:sym typeface="Calibri"/>
              </a:rPr>
              <a:t>Effects of L2 Regularization on fit</a:t>
            </a:r>
            <a:br>
              <a:rPr lang="en-US" sz="2000">
                <a:latin typeface="Calibri"/>
                <a:ea typeface="Calibri"/>
                <a:cs typeface="Calibri"/>
                <a:sym typeface="Calibri"/>
              </a:rPr>
            </a:br>
            <a:br>
              <a:rPr lang="en-US" sz="2000">
                <a:latin typeface="Calibri"/>
                <a:ea typeface="Calibri"/>
                <a:cs typeface="Calibri"/>
                <a:sym typeface="Calibri"/>
              </a:rPr>
            </a:br>
            <a:br>
              <a:rPr lang="en-US" sz="1600">
                <a:latin typeface="Arial"/>
                <a:ea typeface="Arial"/>
                <a:cs typeface="Arial"/>
                <a:sym typeface="Arial"/>
              </a:rPr>
            </a:br>
            <a:endParaRPr sz="3200"/>
          </a:p>
        </p:txBody>
      </p:sp>
      <p:sp>
        <p:nvSpPr>
          <p:cNvPr id="172" name="Google Shape;172;p17"/>
          <p:cNvSpPr txBox="1"/>
          <p:nvPr/>
        </p:nvSpPr>
        <p:spPr>
          <a:xfrm>
            <a:off x="-2524264" y="541997"/>
            <a:ext cx="7975454" cy="1105687"/>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1800" u="none" cap="none" strike="noStrike">
                <a:solidFill>
                  <a:srgbClr val="000000"/>
                </a:solidFill>
                <a:latin typeface="Calibri"/>
                <a:ea typeface="Calibri"/>
                <a:cs typeface="Calibri"/>
                <a:sym typeface="Calibri"/>
              </a:rPr>
              <a:t>.</a:t>
            </a:r>
            <a:endParaRPr/>
          </a:p>
          <a:p>
            <a:pPr indent="0" lvl="0" marL="0" marR="0" rtl="0" algn="l">
              <a:lnSpc>
                <a:spcPct val="107000"/>
              </a:lnSpc>
              <a:spcBef>
                <a:spcPts val="800"/>
              </a:spcBef>
              <a:spcAft>
                <a:spcPts val="0"/>
              </a:spcAft>
              <a:buNone/>
            </a:pPr>
            <a:r>
              <a:t/>
            </a:r>
            <a:endParaRPr b="0" i="0" sz="1800" u="none" cap="none" strike="noStrike">
              <a:solidFill>
                <a:srgbClr val="000000"/>
              </a:solidFill>
              <a:latin typeface="Calibri"/>
              <a:ea typeface="Calibri"/>
              <a:cs typeface="Calibri"/>
              <a:sym typeface="Calibri"/>
            </a:endParaRPr>
          </a:p>
          <a:p>
            <a:pPr indent="-196850" lvl="0" marL="285750" marR="0" rtl="0" algn="l">
              <a:lnSpc>
                <a:spcPct val="100000"/>
              </a:lnSpc>
              <a:spcBef>
                <a:spcPts val="800"/>
              </a:spcBef>
              <a:spcAft>
                <a:spcPts val="0"/>
              </a:spcAft>
              <a:buClr>
                <a:srgbClr val="000000"/>
              </a:buClr>
              <a:buSzPts val="1400"/>
              <a:buFont typeface="Noto Sans Symbols"/>
              <a:buNone/>
            </a:pPr>
            <a:r>
              <a:t/>
            </a:r>
            <a:endParaRPr b="0" i="0" sz="1400" u="none" cap="none" strike="noStrike">
              <a:solidFill>
                <a:srgbClr val="000000"/>
              </a:solidFill>
              <a:latin typeface="Arial"/>
              <a:ea typeface="Arial"/>
              <a:cs typeface="Arial"/>
              <a:sym typeface="Arial"/>
            </a:endParaRPr>
          </a:p>
        </p:txBody>
      </p:sp>
      <p:sp>
        <p:nvSpPr>
          <p:cNvPr id="173" name="Google Shape;173;p17"/>
          <p:cNvSpPr txBox="1"/>
          <p:nvPr/>
        </p:nvSpPr>
        <p:spPr>
          <a:xfrm>
            <a:off x="372139" y="980785"/>
            <a:ext cx="7410893" cy="774507"/>
          </a:xfrm>
          <a:prstGeom prst="rect">
            <a:avLst/>
          </a:prstGeom>
          <a:noFill/>
          <a:ln>
            <a:noFill/>
          </a:ln>
        </p:spPr>
        <p:txBody>
          <a:bodyPr anchorCtr="0" anchor="t" bIns="45700" lIns="91425" spcFirstLastPara="1" rIns="91425" wrap="square" tIns="45700">
            <a:spAutoFit/>
          </a:bodyPr>
          <a:lstStyle/>
          <a:p>
            <a:pPr indent="-279400" lvl="0" marL="342900" marR="0" rtl="0" algn="l">
              <a:lnSpc>
                <a:spcPct val="107000"/>
              </a:lnSpc>
              <a:spcBef>
                <a:spcPts val="0"/>
              </a:spcBef>
              <a:spcAft>
                <a:spcPts val="0"/>
              </a:spcAft>
              <a:buClr>
                <a:srgbClr val="000000"/>
              </a:buClr>
              <a:buSzPts val="1000"/>
              <a:buFont typeface="Noto Sans Symbols"/>
              <a:buNone/>
            </a:pPr>
            <a:r>
              <a:t/>
            </a:r>
            <a:endParaRPr b="0" i="0" sz="1800" u="none" cap="none" strike="noStrike">
              <a:solidFill>
                <a:srgbClr val="000000"/>
              </a:solidFill>
              <a:latin typeface="Calibri"/>
              <a:ea typeface="Calibri"/>
              <a:cs typeface="Calibri"/>
              <a:sym typeface="Calibri"/>
            </a:endParaRPr>
          </a:p>
          <a:p>
            <a:pPr indent="-279400" lvl="0" marL="342900" marR="0" rtl="0" algn="l">
              <a:lnSpc>
                <a:spcPct val="107000"/>
              </a:lnSpc>
              <a:spcBef>
                <a:spcPts val="800"/>
              </a:spcBef>
              <a:spcAft>
                <a:spcPts val="0"/>
              </a:spcAft>
              <a:buClr>
                <a:srgbClr val="000000"/>
              </a:buClr>
              <a:buSzPts val="1000"/>
              <a:buFont typeface="Noto Sans Symbols"/>
              <a:buNone/>
            </a:pPr>
            <a:r>
              <a:t/>
            </a:r>
            <a:endParaRPr b="0" i="0" sz="1800" u="none" cap="none" strike="noStrike">
              <a:solidFill>
                <a:srgbClr val="000000"/>
              </a:solidFill>
              <a:latin typeface="Calibri"/>
              <a:ea typeface="Calibri"/>
              <a:cs typeface="Calibri"/>
              <a:sym typeface="Calibri"/>
            </a:endParaRPr>
          </a:p>
        </p:txBody>
      </p:sp>
      <p:pic>
        <p:nvPicPr>
          <p:cNvPr id="174" name="Google Shape;174;p17"/>
          <p:cNvPicPr preferRelativeResize="0"/>
          <p:nvPr/>
        </p:nvPicPr>
        <p:blipFill rotWithShape="1">
          <a:blip r:embed="rId4">
            <a:alphaModFix/>
          </a:blip>
          <a:srcRect b="4576" l="0" r="0" t="31385"/>
          <a:stretch/>
        </p:blipFill>
        <p:spPr>
          <a:xfrm>
            <a:off x="46537" y="612901"/>
            <a:ext cx="4569316" cy="2775308"/>
          </a:xfrm>
          <a:prstGeom prst="rect">
            <a:avLst/>
          </a:prstGeom>
          <a:noFill/>
          <a:ln>
            <a:noFill/>
          </a:ln>
        </p:spPr>
      </p:pic>
      <p:pic>
        <p:nvPicPr>
          <p:cNvPr id="175" name="Google Shape;175;p17"/>
          <p:cNvPicPr preferRelativeResize="0"/>
          <p:nvPr/>
        </p:nvPicPr>
        <p:blipFill rotWithShape="1">
          <a:blip r:embed="rId5">
            <a:alphaModFix/>
          </a:blip>
          <a:srcRect b="0" l="0" r="0" t="0"/>
          <a:stretch/>
        </p:blipFill>
        <p:spPr>
          <a:xfrm>
            <a:off x="4406747" y="827236"/>
            <a:ext cx="4690715" cy="3774265"/>
          </a:xfrm>
          <a:prstGeom prst="rect">
            <a:avLst/>
          </a:prstGeom>
          <a:noFill/>
          <a:ln>
            <a:noFill/>
          </a:ln>
        </p:spPr>
      </p:pic>
      <p:sp>
        <p:nvSpPr>
          <p:cNvPr id="176" name="Google Shape;176;p17"/>
          <p:cNvSpPr txBox="1"/>
          <p:nvPr/>
        </p:nvSpPr>
        <p:spPr>
          <a:xfrm>
            <a:off x="46537" y="3481566"/>
            <a:ext cx="4381649" cy="1669431"/>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0" i="0" lang="en-US" sz="1600" u="none" cap="none" strike="noStrike">
                <a:solidFill>
                  <a:srgbClr val="000000"/>
                </a:solidFill>
                <a:latin typeface="Arial"/>
                <a:ea typeface="Arial"/>
                <a:cs typeface="Arial"/>
                <a:sym typeface="Arial"/>
              </a:rPr>
              <a:t>No regularization (small λ\lambda) → Overfits.</a:t>
            </a:r>
            <a:endParaRPr/>
          </a:p>
          <a:p>
            <a:pPr indent="0" lvl="0" marL="0" marR="0" rtl="0" algn="l">
              <a:lnSpc>
                <a:spcPct val="107000"/>
              </a:lnSpc>
              <a:spcBef>
                <a:spcPts val="800"/>
              </a:spcBef>
              <a:spcAft>
                <a:spcPts val="0"/>
              </a:spcAft>
              <a:buNone/>
            </a:pPr>
            <a:r>
              <a:rPr b="0" i="0" lang="en-US" sz="1600" u="none" cap="none" strike="noStrike">
                <a:solidFill>
                  <a:srgbClr val="000000"/>
                </a:solidFill>
                <a:latin typeface="Arial"/>
                <a:ea typeface="Arial"/>
                <a:cs typeface="Arial"/>
                <a:sym typeface="Arial"/>
              </a:rPr>
              <a:t>Medium regularization → Best fit.</a:t>
            </a:r>
            <a:endParaRPr/>
          </a:p>
          <a:p>
            <a:pPr indent="0" lvl="0" marL="0" marR="0" rtl="0" algn="l">
              <a:lnSpc>
                <a:spcPct val="107000"/>
              </a:lnSpc>
              <a:spcBef>
                <a:spcPts val="800"/>
              </a:spcBef>
              <a:spcAft>
                <a:spcPts val="0"/>
              </a:spcAft>
              <a:buNone/>
            </a:pPr>
            <a:r>
              <a:rPr b="0" i="0" lang="en-US" sz="1600" u="none" cap="none" strike="noStrike">
                <a:solidFill>
                  <a:srgbClr val="000000"/>
                </a:solidFill>
                <a:latin typeface="Arial"/>
                <a:ea typeface="Arial"/>
                <a:cs typeface="Arial"/>
                <a:sym typeface="Arial"/>
              </a:rPr>
              <a:t>High regularization (large λ\lambda) → Underfits.</a:t>
            </a:r>
            <a:endParaRPr/>
          </a:p>
          <a:p>
            <a:pPr indent="0" lvl="0" marL="0" marR="0" rtl="0" algn="l">
              <a:lnSpc>
                <a:spcPct val="100000"/>
              </a:lnSpc>
              <a:spcBef>
                <a:spcPts val="80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8"/>
          <p:cNvSpPr txBox="1"/>
          <p:nvPr>
            <p:ph type="title"/>
          </p:nvPr>
        </p:nvSpPr>
        <p:spPr>
          <a:xfrm>
            <a:off x="2079450" y="445025"/>
            <a:ext cx="6707400" cy="627900"/>
          </a:xfrm>
          <a:prstGeom prst="rect">
            <a:avLst/>
          </a:prstGeom>
          <a:noFill/>
          <a:ln>
            <a:noFill/>
          </a:ln>
        </p:spPr>
        <p:txBody>
          <a:bodyPr anchorCtr="0" anchor="t" bIns="91425" lIns="91425" spcFirstLastPara="1" rIns="91425" wrap="square" tIns="91425">
            <a:normAutofit/>
          </a:bodyPr>
          <a:lstStyle/>
          <a:p>
            <a:pPr indent="0" lvl="0" marL="0" rtl="1" algn="l">
              <a:lnSpc>
                <a:spcPct val="100000"/>
              </a:lnSpc>
              <a:spcBef>
                <a:spcPts val="0"/>
              </a:spcBef>
              <a:spcAft>
                <a:spcPts val="0"/>
              </a:spcAft>
              <a:buClr>
                <a:srgbClr val="543198"/>
              </a:buClr>
              <a:buSzPts val="2500"/>
              <a:buNone/>
            </a:pPr>
            <a:r>
              <a:rPr lang="en-US"/>
              <a:t>Overall Effects of Parameters on Fit</a:t>
            </a:r>
            <a:endParaRPr/>
          </a:p>
        </p:txBody>
      </p:sp>
      <p:pic>
        <p:nvPicPr>
          <p:cNvPr id="182" name="Google Shape;182;p18"/>
          <p:cNvPicPr preferRelativeResize="0"/>
          <p:nvPr/>
        </p:nvPicPr>
        <p:blipFill rotWithShape="1">
          <a:blip r:embed="rId3">
            <a:alphaModFix/>
          </a:blip>
          <a:srcRect b="13731" l="0" r="32318" t="0"/>
          <a:stretch/>
        </p:blipFill>
        <p:spPr>
          <a:xfrm>
            <a:off x="683048" y="1222872"/>
            <a:ext cx="7645704" cy="347560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9"/>
          <p:cNvSpPr txBox="1"/>
          <p:nvPr>
            <p:ph type="title"/>
          </p:nvPr>
        </p:nvSpPr>
        <p:spPr>
          <a:xfrm>
            <a:off x="2385150" y="435437"/>
            <a:ext cx="4810448" cy="627900"/>
          </a:xfrm>
          <a:prstGeom prst="rect">
            <a:avLst/>
          </a:prstGeom>
          <a:noFill/>
          <a:ln>
            <a:noFill/>
          </a:ln>
        </p:spPr>
        <p:txBody>
          <a:bodyPr anchorCtr="0" anchor="t" bIns="91425" lIns="91425" spcFirstLastPara="1" rIns="91425" wrap="square" tIns="91425">
            <a:normAutofit/>
          </a:bodyPr>
          <a:lstStyle/>
          <a:p>
            <a:pPr indent="0" lvl="0" marL="0" rtl="1" algn="l">
              <a:lnSpc>
                <a:spcPct val="100000"/>
              </a:lnSpc>
              <a:spcBef>
                <a:spcPts val="0"/>
              </a:spcBef>
              <a:spcAft>
                <a:spcPts val="0"/>
              </a:spcAft>
              <a:buClr>
                <a:srgbClr val="543198"/>
              </a:buClr>
              <a:buSzPts val="2500"/>
              <a:buNone/>
            </a:pPr>
            <a:r>
              <a:rPr lang="en-US"/>
              <a:t>Practical Implementation</a:t>
            </a:r>
            <a:endParaRPr/>
          </a:p>
        </p:txBody>
      </p:sp>
      <p:sp>
        <p:nvSpPr>
          <p:cNvPr id="188" name="Google Shape;188;p19"/>
          <p:cNvSpPr txBox="1"/>
          <p:nvPr>
            <p:ph idx="1" type="body"/>
          </p:nvPr>
        </p:nvSpPr>
        <p:spPr>
          <a:xfrm>
            <a:off x="3035096" y="1198743"/>
            <a:ext cx="3748476" cy="541627"/>
          </a:xfrm>
          <a:prstGeom prst="rect">
            <a:avLst/>
          </a:prstGeom>
          <a:noFill/>
          <a:ln>
            <a:noFill/>
          </a:ln>
        </p:spPr>
        <p:txBody>
          <a:bodyPr anchorCtr="0" anchor="t" bIns="91425" lIns="91425" spcFirstLastPara="1" rIns="91425" wrap="square" tIns="91425">
            <a:normAutofit/>
          </a:bodyPr>
          <a:lstStyle/>
          <a:p>
            <a:pPr indent="0" lvl="0" marL="114300" rtl="1" algn="l">
              <a:lnSpc>
                <a:spcPct val="115000"/>
              </a:lnSpc>
              <a:spcBef>
                <a:spcPts val="0"/>
              </a:spcBef>
              <a:spcAft>
                <a:spcPts val="0"/>
              </a:spcAft>
              <a:buSzPts val="1800"/>
              <a:buNone/>
            </a:pPr>
            <a:r>
              <a:rPr lang="en-US" u="sng">
                <a:solidFill>
                  <a:schemeClr val="hlink"/>
                </a:solidFill>
                <a:hlinkClick r:id="rId3"/>
              </a:rPr>
              <a:t>Click here for the code</a:t>
            </a:r>
            <a:endParaRPr/>
          </a:p>
        </p:txBody>
      </p:sp>
      <p:pic>
        <p:nvPicPr>
          <p:cNvPr id="189" name="Google Shape;189;p19"/>
          <p:cNvPicPr preferRelativeResize="0"/>
          <p:nvPr/>
        </p:nvPicPr>
        <p:blipFill rotWithShape="1">
          <a:blip r:embed="rId4">
            <a:alphaModFix/>
          </a:blip>
          <a:srcRect b="0" l="0" r="0" t="0"/>
          <a:stretch/>
        </p:blipFill>
        <p:spPr>
          <a:xfrm>
            <a:off x="2821085" y="1875776"/>
            <a:ext cx="3048000" cy="1828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93"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b="0" l="8508" r="0" t="0"/>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b="0" l="0" r="0" t="0"/>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b="0" l="0" r="0" t="0"/>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b="22523" l="11047" r="11047" t="22524"/>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b="0" l="0" r="0" t="0"/>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b="19777" l="2114" r="0" t="19776"/>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b="0" l="0" r="0" t="0"/>
          <a:stretch/>
        </p:blipFill>
        <p:spPr>
          <a:xfrm>
            <a:off x="3183573" y="3074674"/>
            <a:ext cx="954210" cy="240673"/>
          </a:xfrm>
          <a:prstGeom prst="rect">
            <a:avLst/>
          </a:prstGeom>
          <a:noFill/>
          <a:ln>
            <a:noFill/>
          </a:ln>
        </p:spPr>
      </p:pic>
      <p:pic>
        <p:nvPicPr>
          <p:cNvPr descr="Text&#10;&#10;Description automatically generated with low confidence" id="201" name="Google Shape;201;p20"/>
          <p:cNvPicPr preferRelativeResize="0"/>
          <p:nvPr/>
        </p:nvPicPr>
        <p:blipFill rotWithShape="1">
          <a:blip r:embed="rId10">
            <a:alphaModFix/>
          </a:blip>
          <a:srcRect b="0" l="0" r="0" t="0"/>
          <a:stretch/>
        </p:blipFill>
        <p:spPr>
          <a:xfrm>
            <a:off x="4992620" y="3040838"/>
            <a:ext cx="750589" cy="308346"/>
          </a:xfrm>
          <a:prstGeom prst="rect">
            <a:avLst/>
          </a:prstGeom>
          <a:noFill/>
          <a:ln>
            <a:noFill/>
          </a:ln>
        </p:spPr>
      </p:pic>
      <p:pic>
        <p:nvPicPr>
          <p:cNvPr descr="A red and black sign&#10;&#10;Description automatically generated with low confidence" id="202" name="Google Shape;202;p20"/>
          <p:cNvPicPr preferRelativeResize="0"/>
          <p:nvPr/>
        </p:nvPicPr>
        <p:blipFill rotWithShape="1">
          <a:blip r:embed="rId11">
            <a:alphaModFix/>
          </a:blip>
          <a:srcRect b="0" l="0" r="0" t="0"/>
          <a:stretch/>
        </p:blipFill>
        <p:spPr>
          <a:xfrm>
            <a:off x="3183572" y="3696038"/>
            <a:ext cx="954213" cy="202631"/>
          </a:xfrm>
          <a:prstGeom prst="rect">
            <a:avLst/>
          </a:prstGeom>
          <a:noFill/>
          <a:ln>
            <a:noFill/>
          </a:ln>
        </p:spPr>
      </p:pic>
      <p:pic>
        <p:nvPicPr>
          <p:cNvPr descr="A picture containing text, clipart, vector graphics&#10;&#10;Description automatically generated" id="203" name="Google Shape;203;p20"/>
          <p:cNvPicPr preferRelativeResize="0"/>
          <p:nvPr/>
        </p:nvPicPr>
        <p:blipFill rotWithShape="1">
          <a:blip r:embed="rId12">
            <a:alphaModFix/>
          </a:blip>
          <a:srcRect b="0" l="0" r="0" t="0"/>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l="0" r="0" t="0"/>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b="12262" l="12270" r="12262" t="12270"/>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b="0" l="0" r="0" t="0"/>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b="18904" l="0" r="0" t="18905"/>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b="28892" l="2114" r="0" t="28897"/>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b="0" l="0" r="0" t="0"/>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b="0" l="0" r="0" t="0"/>
          <a:stretch/>
        </p:blipFill>
        <p:spPr>
          <a:xfrm>
            <a:off x="1647215" y="2294778"/>
            <a:ext cx="995952" cy="304010"/>
          </a:xfrm>
          <a:prstGeom prst="rect">
            <a:avLst/>
          </a:prstGeom>
          <a:noFill/>
          <a:ln>
            <a:noFill/>
          </a:ln>
        </p:spPr>
      </p:pic>
      <p:sp>
        <p:nvSpPr>
          <p:cNvPr id="211" name="Google Shape;211;p20"/>
          <p:cNvSpPr txBox="1"/>
          <p:nvPr>
            <p:ph idx="4294967295" type="title"/>
          </p:nvPr>
        </p:nvSpPr>
        <p:spPr>
          <a:xfrm>
            <a:off x="2079450" y="745725"/>
            <a:ext cx="6373800" cy="511500"/>
          </a:xfrm>
          <a:prstGeom prst="rect">
            <a:avLst/>
          </a:prstGeom>
          <a:noFill/>
          <a:ln>
            <a:noFill/>
          </a:ln>
        </p:spPr>
        <p:txBody>
          <a:bodyPr anchorCtr="0" anchor="t" bIns="91425" lIns="91425" spcFirstLastPara="1" rIns="91425" wrap="square" tIns="91425">
            <a:noAutofit/>
          </a:bodyPr>
          <a:lstStyle/>
          <a:p>
            <a:pPr indent="0" lvl="0" marL="0" rtl="1" algn="r">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1"/>
          <p:cNvSpPr txBox="1"/>
          <p:nvPr>
            <p:ph type="title"/>
          </p:nvPr>
        </p:nvSpPr>
        <p:spPr>
          <a:xfrm>
            <a:off x="5548225" y="2230950"/>
            <a:ext cx="3062100" cy="681600"/>
          </a:xfrm>
          <a:prstGeom prst="rect">
            <a:avLst/>
          </a:prstGeom>
          <a:noFill/>
          <a:ln>
            <a:noFill/>
          </a:ln>
        </p:spPr>
        <p:txBody>
          <a:bodyPr anchorCtr="0" anchor="b" bIns="91425" lIns="91425" spcFirstLastPara="1" rIns="91425" wrap="square" tIns="91425">
            <a:normAutofit fontScale="90000"/>
          </a:bodyPr>
          <a:lstStyle/>
          <a:p>
            <a:pPr indent="0" lvl="0" marL="0" rtl="0" algn="r">
              <a:lnSpc>
                <a:spcPct val="100000"/>
              </a:lnSpc>
              <a:spcBef>
                <a:spcPts val="0"/>
              </a:spcBef>
              <a:spcAft>
                <a:spcPts val="0"/>
              </a:spcAft>
              <a:buSzPct val="333333"/>
              <a:buNone/>
            </a:pPr>
            <a:r>
              <a:rPr b="1" lang="en-US" sz="4000">
                <a:solidFill>
                  <a:schemeClr val="lt1"/>
                </a:solidFill>
                <a:latin typeface="IBM Plex Sans Arabic"/>
                <a:ea typeface="IBM Plex Sans Arabic"/>
                <a:cs typeface="IBM Plex Sans Arabic"/>
                <a:sym typeface="IBM Plex Sans Arabic"/>
              </a:rPr>
              <a:t>شــــــكــــرًا لكــــــم</a:t>
            </a:r>
            <a:endParaRPr b="1" sz="4000">
              <a:solidFill>
                <a:schemeClr val="lt1"/>
              </a:solidFill>
              <a:latin typeface="IBM Plex Sans Arabic"/>
              <a:ea typeface="IBM Plex Sans Arabic"/>
              <a:cs typeface="IBM Plex Sans Arabic"/>
              <a:sym typeface="IBM Plex Sans Arabic"/>
            </a:endParaRPr>
          </a:p>
        </p:txBody>
      </p:sp>
      <p:sp>
        <p:nvSpPr>
          <p:cNvPr id="217" name="Google Shape;217;p21"/>
          <p:cNvSpPr txBox="1"/>
          <p:nvPr>
            <p:ph idx="4294967295" type="ctrTitle"/>
          </p:nvPr>
        </p:nvSpPr>
        <p:spPr>
          <a:xfrm>
            <a:off x="4166050" y="2870075"/>
            <a:ext cx="4444200" cy="576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4F29B7"/>
              </a:buClr>
              <a:buSzPts val="990"/>
              <a:buFont typeface="IBM Plex Sans Arabic Medium"/>
              <a:buNone/>
            </a:pPr>
            <a:r>
              <a:rPr b="1" i="0" lang="en-US" sz="2900" u="none" cap="none" strike="noStrike">
                <a:solidFill>
                  <a:schemeClr val="lt1"/>
                </a:solidFill>
                <a:latin typeface="IBM Plex Sans Arabic"/>
                <a:ea typeface="IBM Plex Sans Arabic"/>
                <a:cs typeface="IBM Plex Sans Arabic"/>
                <a:sym typeface="IBM Plex Sans Arabic"/>
              </a:rPr>
              <a:t>THANK YOU</a:t>
            </a:r>
            <a:endParaRPr b="1" i="0" sz="2900" u="none" cap="none" strike="noStrik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coreProperties>
</file>