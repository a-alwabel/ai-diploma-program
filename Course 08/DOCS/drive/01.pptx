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IBM Plex Sans Arabic Medium"/>
      <p:regular r:id="rId32"/>
      <p:bold r:id="rId33"/>
    </p:embeddedFont>
    <p:embeddedFont>
      <p:font typeface="IBM Plex Sans Arabic"/>
      <p:regular r:id="rId34"/>
      <p:bold r:id="rId35"/>
    </p:embeddedFont>
    <p:embeddedFont>
      <p:font typeface="Inter"/>
      <p:regular r:id="rId36"/>
      <p:bold r:id="rId37"/>
      <p:italic r:id="rId38"/>
      <p:boldItalic r:id="rId39"/>
    </p:embeddedFont>
    <p:embeddedFont>
      <p:font typeface="IBM Plex Sans Arabic SemiBold"/>
      <p:regular r:id="rId40"/>
      <p:bold r:id="rId41"/>
    </p:embeddedFont>
    <p:embeddedFont>
      <p:font typeface="IBM Plex Sans Medium"/>
      <p:regular r:id="rId42"/>
      <p:bold r:id="rId43"/>
      <p:italic r:id="rId44"/>
      <p:boldItalic r:id="rId45"/>
    </p:embeddedFont>
    <p:embeddedFont>
      <p:font typeface="Helvetica Neue"/>
      <p:regular r:id="rId46"/>
      <p:bold r:id="rId47"/>
      <p:italic r:id="rId48"/>
      <p:boldItalic r:id="rId49"/>
    </p:embeddedFont>
    <p:embeddedFont>
      <p:font typeface="Tajawal"/>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r:id="rId52" roundtripDataSignature="AMtx7mjT1mb9zvDQmmT43L/+8zxHs8Ks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FD1F76-BC21-409C-A7EB-9854E62C6D14}">
  <a:tblStyle styleId="{26FD1F76-BC21-409C-A7EB-9854E62C6D14}" styleName="Table_0">
    <a:wholeTbl>
      <a:tcTxStyle b="off" i="off">
        <a:font>
          <a:latin typeface="Arial"/>
          <a:ea typeface="Arial"/>
          <a:cs typeface="Arial"/>
        </a:font>
        <a:schemeClr val="dk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chemeClr val="accent5"/>
              </a:solidFill>
              <a:prstDash val="solid"/>
              <a:round/>
              <a:headEnd len="sm" w="sm" type="none"/>
              <a:tailEnd len="sm" w="sm" type="none"/>
            </a:ln>
          </a:insideV>
        </a:tcBdr>
        <a:fill>
          <a:solidFill>
            <a:srgbClr val="FFFFFF">
              <a:alpha val="0"/>
            </a:srgbClr>
          </a:solidFill>
        </a:fill>
      </a:tcStyle>
    </a:wholeTbl>
    <a:band1H>
      <a:tcTxStyle/>
      <a:tcStyle>
        <a:fill>
          <a:solidFill>
            <a:schemeClr val="accent5">
              <a:alpha val="40000"/>
            </a:schemeClr>
          </a:solidFill>
        </a:fill>
      </a:tcStyle>
    </a:band1H>
    <a:band2H>
      <a:tcTxStyle/>
    </a:band2H>
    <a:band1V>
      <a:tcTxStyle/>
      <a:tcStyle>
        <a:tcBdr>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tcBdr>
        <a:fill>
          <a:solidFill>
            <a:schemeClr val="accent5">
              <a:alpha val="40000"/>
            </a:schemeClr>
          </a:solidFill>
        </a:fill>
      </a:tcStyle>
    </a:band1V>
    <a:band2V>
      <a:tcTxStyle/>
    </a:band2V>
    <a:lastCol>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5"/>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24" orient="horz"/>
        <p:guide pos="2560" orient="horz"/>
        <p:guide pos="2880"/>
        <p:guide pos="759" orient="horz"/>
        <p:guide pos="2428" orient="horz"/>
        <p:guide pos="5325"/>
        <p:guide pos="9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ArabicSemiBold-regular.fntdata"/><Relationship Id="rId42" Type="http://schemas.openxmlformats.org/officeDocument/2006/relationships/font" Target="fonts/IBMPlexSansMedium-regular.fntdata"/><Relationship Id="rId41" Type="http://schemas.openxmlformats.org/officeDocument/2006/relationships/font" Target="fonts/IBMPlexSansArabicSemiBold-bold.fntdata"/><Relationship Id="rId44" Type="http://schemas.openxmlformats.org/officeDocument/2006/relationships/font" Target="fonts/IBMPlexSansMedium-italic.fntdata"/><Relationship Id="rId43" Type="http://schemas.openxmlformats.org/officeDocument/2006/relationships/font" Target="fonts/IBMPlexSansMedium-bold.fntdata"/><Relationship Id="rId46" Type="http://schemas.openxmlformats.org/officeDocument/2006/relationships/font" Target="fonts/HelveticaNeue-regular.fntdata"/><Relationship Id="rId45" Type="http://schemas.openxmlformats.org/officeDocument/2006/relationships/font" Target="fonts/IBMPlexSans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HelveticaNeue-italic.fntdata"/><Relationship Id="rId47" Type="http://schemas.openxmlformats.org/officeDocument/2006/relationships/font" Target="fonts/HelveticaNeue-bold.fntdata"/><Relationship Id="rId49" Type="http://schemas.openxmlformats.org/officeDocument/2006/relationships/font" Target="fonts/HelveticaNeue-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IBMPlexSansArabicMedium-bold.fntdata"/><Relationship Id="rId32" Type="http://schemas.openxmlformats.org/officeDocument/2006/relationships/font" Target="fonts/IBMPlexSansArabicMedium-regular.fntdata"/><Relationship Id="rId35" Type="http://schemas.openxmlformats.org/officeDocument/2006/relationships/font" Target="fonts/IBMPlexSansArabic-bold.fntdata"/><Relationship Id="rId34" Type="http://schemas.openxmlformats.org/officeDocument/2006/relationships/font" Target="fonts/IBMPlexSansArabic-regular.fntdata"/><Relationship Id="rId37" Type="http://schemas.openxmlformats.org/officeDocument/2006/relationships/font" Target="fonts/Inter-bold.fntdata"/><Relationship Id="rId36" Type="http://schemas.openxmlformats.org/officeDocument/2006/relationships/font" Target="fonts/Inter-regular.fntdata"/><Relationship Id="rId39" Type="http://schemas.openxmlformats.org/officeDocument/2006/relationships/font" Target="fonts/Inter-boldItalic.fntdata"/><Relationship Id="rId38" Type="http://schemas.openxmlformats.org/officeDocument/2006/relationships/font" Target="fonts/Inter-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Tajawal-bold.fntdata"/><Relationship Id="rId50" Type="http://schemas.openxmlformats.org/officeDocument/2006/relationships/font" Target="fonts/Tajawal-regular.fntdata"/><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 name="Google Shape;3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 name="Google Shape;4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 name="Google Shape;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10" name="Shape 10"/>
        <p:cNvGrpSpPr/>
        <p:nvPr/>
      </p:nvGrpSpPr>
      <p:grpSpPr>
        <a:xfrm>
          <a:off x="0" y="0"/>
          <a:ext cx="0" cy="0"/>
          <a:chOff x="0" y="0"/>
          <a:chExt cx="0" cy="0"/>
        </a:xfrm>
      </p:grpSpPr>
      <p:sp>
        <p:nvSpPr>
          <p:cNvPr id="11" name="Google Shape;11;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12000"/>
              <a:buNone/>
              <a:defRPr sz="12000"/>
            </a:lvl1pPr>
            <a:lvl2pPr lvl="1" rtl="1" algn="ctr">
              <a:lnSpc>
                <a:spcPct val="100000"/>
              </a:lnSpc>
              <a:spcBef>
                <a:spcPts val="0"/>
              </a:spcBef>
              <a:spcAft>
                <a:spcPts val="0"/>
              </a:spcAft>
              <a:buSzPts val="12000"/>
              <a:buNone/>
              <a:defRPr sz="12000"/>
            </a:lvl2pPr>
            <a:lvl3pPr lvl="2" rtl="1" algn="ctr">
              <a:lnSpc>
                <a:spcPct val="100000"/>
              </a:lnSpc>
              <a:spcBef>
                <a:spcPts val="0"/>
              </a:spcBef>
              <a:spcAft>
                <a:spcPts val="0"/>
              </a:spcAft>
              <a:buSzPts val="12000"/>
              <a:buNone/>
              <a:defRPr sz="12000"/>
            </a:lvl3pPr>
            <a:lvl4pPr lvl="3" rtl="1" algn="ctr">
              <a:lnSpc>
                <a:spcPct val="100000"/>
              </a:lnSpc>
              <a:spcBef>
                <a:spcPts val="0"/>
              </a:spcBef>
              <a:spcAft>
                <a:spcPts val="0"/>
              </a:spcAft>
              <a:buSzPts val="12000"/>
              <a:buNone/>
              <a:defRPr sz="12000"/>
            </a:lvl4pPr>
            <a:lvl5pPr lvl="4" rtl="1" algn="ctr">
              <a:lnSpc>
                <a:spcPct val="100000"/>
              </a:lnSpc>
              <a:spcBef>
                <a:spcPts val="0"/>
              </a:spcBef>
              <a:spcAft>
                <a:spcPts val="0"/>
              </a:spcAft>
              <a:buSzPts val="12000"/>
              <a:buNone/>
              <a:defRPr sz="12000"/>
            </a:lvl5pPr>
            <a:lvl6pPr lvl="5" rtl="1" algn="ctr">
              <a:lnSpc>
                <a:spcPct val="100000"/>
              </a:lnSpc>
              <a:spcBef>
                <a:spcPts val="0"/>
              </a:spcBef>
              <a:spcAft>
                <a:spcPts val="0"/>
              </a:spcAft>
              <a:buSzPts val="12000"/>
              <a:buNone/>
              <a:defRPr sz="12000"/>
            </a:lvl6pPr>
            <a:lvl7pPr lvl="6" rtl="1" algn="ctr">
              <a:lnSpc>
                <a:spcPct val="100000"/>
              </a:lnSpc>
              <a:spcBef>
                <a:spcPts val="0"/>
              </a:spcBef>
              <a:spcAft>
                <a:spcPts val="0"/>
              </a:spcAft>
              <a:buSzPts val="12000"/>
              <a:buNone/>
              <a:defRPr sz="12000"/>
            </a:lvl7pPr>
            <a:lvl8pPr lvl="7" rtl="1" algn="ctr">
              <a:lnSpc>
                <a:spcPct val="100000"/>
              </a:lnSpc>
              <a:spcBef>
                <a:spcPts val="0"/>
              </a:spcBef>
              <a:spcAft>
                <a:spcPts val="0"/>
              </a:spcAft>
              <a:buSzPts val="12000"/>
              <a:buNone/>
              <a:defRPr sz="12000"/>
            </a:lvl8pPr>
            <a:lvl9pPr lvl="8" rtl="1" algn="ctr">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b="0" l="0" r="0" t="0"/>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4300"/>
              <a:buFont typeface="Tajawal"/>
              <a:buNone/>
              <a:defRPr b="1" sz="4300">
                <a:latin typeface="Tajawal"/>
                <a:ea typeface="Tajawal"/>
                <a:cs typeface="Tajawal"/>
                <a:sym typeface="Tajawal"/>
              </a:defRPr>
            </a:lvl1pPr>
            <a:lvl2pPr lvl="1" rtl="1" algn="ctr">
              <a:lnSpc>
                <a:spcPct val="100000"/>
              </a:lnSpc>
              <a:spcBef>
                <a:spcPts val="0"/>
              </a:spcBef>
              <a:spcAft>
                <a:spcPts val="0"/>
              </a:spcAft>
              <a:buSzPts val="4900"/>
              <a:buFont typeface="Tajawal"/>
              <a:buNone/>
              <a:defRPr sz="4900">
                <a:latin typeface="Tajawal"/>
                <a:ea typeface="Tajawal"/>
                <a:cs typeface="Tajawal"/>
                <a:sym typeface="Tajawal"/>
              </a:defRPr>
            </a:lvl2pPr>
            <a:lvl3pPr lvl="2" rtl="1" algn="ctr">
              <a:lnSpc>
                <a:spcPct val="100000"/>
              </a:lnSpc>
              <a:spcBef>
                <a:spcPts val="0"/>
              </a:spcBef>
              <a:spcAft>
                <a:spcPts val="0"/>
              </a:spcAft>
              <a:buSzPts val="4900"/>
              <a:buFont typeface="Tajawal"/>
              <a:buNone/>
              <a:defRPr sz="4900">
                <a:latin typeface="Tajawal"/>
                <a:ea typeface="Tajawal"/>
                <a:cs typeface="Tajawal"/>
                <a:sym typeface="Tajawal"/>
              </a:defRPr>
            </a:lvl3pPr>
            <a:lvl4pPr lvl="3" rtl="1" algn="ctr">
              <a:lnSpc>
                <a:spcPct val="100000"/>
              </a:lnSpc>
              <a:spcBef>
                <a:spcPts val="0"/>
              </a:spcBef>
              <a:spcAft>
                <a:spcPts val="0"/>
              </a:spcAft>
              <a:buSzPts val="4900"/>
              <a:buFont typeface="Tajawal"/>
              <a:buNone/>
              <a:defRPr sz="4900">
                <a:latin typeface="Tajawal"/>
                <a:ea typeface="Tajawal"/>
                <a:cs typeface="Tajawal"/>
                <a:sym typeface="Tajawal"/>
              </a:defRPr>
            </a:lvl4pPr>
            <a:lvl5pPr lvl="4" rtl="1" algn="ctr">
              <a:lnSpc>
                <a:spcPct val="100000"/>
              </a:lnSpc>
              <a:spcBef>
                <a:spcPts val="0"/>
              </a:spcBef>
              <a:spcAft>
                <a:spcPts val="0"/>
              </a:spcAft>
              <a:buSzPts val="4900"/>
              <a:buFont typeface="Tajawal"/>
              <a:buNone/>
              <a:defRPr sz="4900">
                <a:latin typeface="Tajawal"/>
                <a:ea typeface="Tajawal"/>
                <a:cs typeface="Tajawal"/>
                <a:sym typeface="Tajawal"/>
              </a:defRPr>
            </a:lvl5pPr>
            <a:lvl6pPr lvl="5" rtl="1" algn="ctr">
              <a:lnSpc>
                <a:spcPct val="100000"/>
              </a:lnSpc>
              <a:spcBef>
                <a:spcPts val="0"/>
              </a:spcBef>
              <a:spcAft>
                <a:spcPts val="0"/>
              </a:spcAft>
              <a:buSzPts val="4900"/>
              <a:buFont typeface="Tajawal"/>
              <a:buNone/>
              <a:defRPr sz="4900">
                <a:latin typeface="Tajawal"/>
                <a:ea typeface="Tajawal"/>
                <a:cs typeface="Tajawal"/>
                <a:sym typeface="Tajawal"/>
              </a:defRPr>
            </a:lvl6pPr>
            <a:lvl7pPr lvl="6" rtl="1" algn="ctr">
              <a:lnSpc>
                <a:spcPct val="100000"/>
              </a:lnSpc>
              <a:spcBef>
                <a:spcPts val="0"/>
              </a:spcBef>
              <a:spcAft>
                <a:spcPts val="0"/>
              </a:spcAft>
              <a:buSzPts val="4900"/>
              <a:buFont typeface="Tajawal"/>
              <a:buNone/>
              <a:defRPr sz="4900">
                <a:latin typeface="Tajawal"/>
                <a:ea typeface="Tajawal"/>
                <a:cs typeface="Tajawal"/>
                <a:sym typeface="Tajawal"/>
              </a:defRPr>
            </a:lvl7pPr>
            <a:lvl8pPr lvl="7" rtl="1" algn="ctr">
              <a:lnSpc>
                <a:spcPct val="100000"/>
              </a:lnSpc>
              <a:spcBef>
                <a:spcPts val="0"/>
              </a:spcBef>
              <a:spcAft>
                <a:spcPts val="0"/>
              </a:spcAft>
              <a:buSzPts val="4900"/>
              <a:buFont typeface="Tajawal"/>
              <a:buNone/>
              <a:defRPr sz="4900">
                <a:latin typeface="Tajawal"/>
                <a:ea typeface="Tajawal"/>
                <a:cs typeface="Tajawal"/>
                <a:sym typeface="Tajawal"/>
              </a:defRPr>
            </a:lvl8pPr>
            <a:lvl9pPr lvl="8" rtl="1" algn="ctr">
              <a:lnSpc>
                <a:spcPct val="100000"/>
              </a:lnSpc>
              <a:spcBef>
                <a:spcPts val="0"/>
              </a:spcBef>
              <a:spcAft>
                <a:spcPts val="0"/>
              </a:spcAft>
              <a:buSzPts val="4900"/>
              <a:buFont typeface="Tajawal"/>
              <a:buNone/>
              <a:defRPr sz="4900">
                <a:latin typeface="Tajawal"/>
                <a:ea typeface="Tajawal"/>
                <a:cs typeface="Tajawal"/>
                <a:sym typeface="Tajawal"/>
              </a:defRPr>
            </a:lvl9pPr>
          </a:lstStyle>
          <a:p/>
        </p:txBody>
      </p:sp>
      <p:sp>
        <p:nvSpPr>
          <p:cNvPr id="15" name="Google Shape;15;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1" algn="ctr">
              <a:lnSpc>
                <a:spcPct val="100000"/>
              </a:lnSpc>
              <a:spcBef>
                <a:spcPts val="0"/>
              </a:spcBef>
              <a:spcAft>
                <a:spcPts val="0"/>
              </a:spcAft>
              <a:buSzPts val="2500"/>
              <a:buFont typeface="Tajawal"/>
              <a:buNone/>
              <a:defRPr sz="2500">
                <a:latin typeface="Tajawal"/>
                <a:ea typeface="Tajawal"/>
                <a:cs typeface="Tajawal"/>
                <a:sym typeface="Tajawal"/>
              </a:defRPr>
            </a:lvl1pPr>
            <a:lvl2pPr lvl="1" rt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rtl="1" algn="ctr">
              <a:lnSpc>
                <a:spcPct val="100000"/>
              </a:lnSpc>
              <a:spcBef>
                <a:spcPts val="0"/>
              </a:spcBef>
              <a:spcAft>
                <a:spcPts val="0"/>
              </a:spcAft>
              <a:buSzPts val="2500"/>
              <a:buFont typeface="Tajawal"/>
              <a:buNone/>
              <a:defRPr sz="2500">
                <a:latin typeface="Tajawal"/>
                <a:ea typeface="Tajawal"/>
                <a:cs typeface="Tajawal"/>
                <a:sym typeface="Tajawal"/>
              </a:defRPr>
            </a:lvl3pPr>
            <a:lvl4pPr lvl="3" rtl="1" algn="ctr">
              <a:lnSpc>
                <a:spcPct val="100000"/>
              </a:lnSpc>
              <a:spcBef>
                <a:spcPts val="0"/>
              </a:spcBef>
              <a:spcAft>
                <a:spcPts val="0"/>
              </a:spcAft>
              <a:buSzPts val="2500"/>
              <a:buFont typeface="Tajawal"/>
              <a:buNone/>
              <a:defRPr sz="2500">
                <a:latin typeface="Tajawal"/>
                <a:ea typeface="Tajawal"/>
                <a:cs typeface="Tajawal"/>
                <a:sym typeface="Tajawal"/>
              </a:defRPr>
            </a:lvl4pPr>
            <a:lvl5pPr lvl="4" rtl="1" algn="ctr">
              <a:lnSpc>
                <a:spcPct val="100000"/>
              </a:lnSpc>
              <a:spcBef>
                <a:spcPts val="0"/>
              </a:spcBef>
              <a:spcAft>
                <a:spcPts val="0"/>
              </a:spcAft>
              <a:buSzPts val="2500"/>
              <a:buFont typeface="Tajawal"/>
              <a:buNone/>
              <a:defRPr sz="2500">
                <a:latin typeface="Tajawal"/>
                <a:ea typeface="Tajawal"/>
                <a:cs typeface="Tajawal"/>
                <a:sym typeface="Tajawal"/>
              </a:defRPr>
            </a:lvl5pPr>
            <a:lvl6pPr lvl="5" rtl="1" algn="ctr">
              <a:lnSpc>
                <a:spcPct val="100000"/>
              </a:lnSpc>
              <a:spcBef>
                <a:spcPts val="0"/>
              </a:spcBef>
              <a:spcAft>
                <a:spcPts val="0"/>
              </a:spcAft>
              <a:buSzPts val="2500"/>
              <a:buFont typeface="Tajawal"/>
              <a:buNone/>
              <a:defRPr sz="2500">
                <a:latin typeface="Tajawal"/>
                <a:ea typeface="Tajawal"/>
                <a:cs typeface="Tajawal"/>
                <a:sym typeface="Tajawal"/>
              </a:defRPr>
            </a:lvl6pPr>
            <a:lvl7pPr lvl="6" rtl="1" algn="ctr">
              <a:lnSpc>
                <a:spcPct val="100000"/>
              </a:lnSpc>
              <a:spcBef>
                <a:spcPts val="0"/>
              </a:spcBef>
              <a:spcAft>
                <a:spcPts val="0"/>
              </a:spcAft>
              <a:buSzPts val="2500"/>
              <a:buFont typeface="Tajawal"/>
              <a:buNone/>
              <a:defRPr sz="2500">
                <a:latin typeface="Tajawal"/>
                <a:ea typeface="Tajawal"/>
                <a:cs typeface="Tajawal"/>
                <a:sym typeface="Tajawal"/>
              </a:defRPr>
            </a:lvl7pPr>
            <a:lvl8pPr lvl="7" rtl="1" algn="ctr">
              <a:lnSpc>
                <a:spcPct val="100000"/>
              </a:lnSpc>
              <a:spcBef>
                <a:spcPts val="0"/>
              </a:spcBef>
              <a:spcAft>
                <a:spcPts val="0"/>
              </a:spcAft>
              <a:buSzPts val="2500"/>
              <a:buFont typeface="Tajawal"/>
              <a:buNone/>
              <a:defRPr sz="2500">
                <a:latin typeface="Tajawal"/>
                <a:ea typeface="Tajawal"/>
                <a:cs typeface="Tajawal"/>
                <a:sym typeface="Tajawal"/>
              </a:defRPr>
            </a:lvl8pPr>
            <a:lvl9pPr lvl="8" rtl="1" algn="ctr">
              <a:lnSpc>
                <a:spcPct val="100000"/>
              </a:lnSpc>
              <a:spcBef>
                <a:spcPts val="0"/>
              </a:spcBef>
              <a:spcAft>
                <a:spcPts val="0"/>
              </a:spcAft>
              <a:buSzPts val="2500"/>
              <a:buFont typeface="Tajawal"/>
              <a:buNone/>
              <a:defRPr sz="2500">
                <a:latin typeface="Tajawal"/>
                <a:ea typeface="Tajawal"/>
                <a:cs typeface="Tajawal"/>
                <a:sym typeface="Tajawal"/>
              </a:defRPr>
            </a:lvl9pPr>
          </a:lstStyle>
          <a:p/>
        </p:txBody>
      </p:sp>
      <p:sp>
        <p:nvSpPr>
          <p:cNvPr id="16" name="Google Shape;1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5"/>
          <p:cNvSpPr txBox="1"/>
          <p:nvPr>
            <p:ph type="title"/>
          </p:nvPr>
        </p:nvSpPr>
        <p:spPr>
          <a:xfrm>
            <a:off x="2079450" y="445025"/>
            <a:ext cx="6707400" cy="627900"/>
          </a:xfrm>
          <a:prstGeom prst="rect">
            <a:avLst/>
          </a:prstGeom>
          <a:noFill/>
          <a:ln>
            <a:noFill/>
          </a:ln>
        </p:spPr>
        <p:txBody>
          <a:bodyPr anchorCtr="0" anchor="t" bIns="91425" lIns="91425" spcFirstLastPara="1" rIns="91425" wrap="square" tIns="91425">
            <a:normAutofit/>
          </a:bodyPr>
          <a:lstStyle>
            <a:lvl1pPr lvl="0" rtl="1" algn="l">
              <a:lnSpc>
                <a:spcPct val="100000"/>
              </a:lnSpc>
              <a:spcBef>
                <a:spcPts val="0"/>
              </a:spcBef>
              <a:spcAft>
                <a:spcPts val="0"/>
              </a:spcAft>
              <a:buClr>
                <a:srgbClr val="543198"/>
              </a:buClr>
              <a:buSzPts val="2500"/>
              <a:buNone/>
              <a:defRPr b="1">
                <a:solidFill>
                  <a:srgbClr val="543198"/>
                </a:solidFill>
              </a:defRPr>
            </a:lvl1pPr>
            <a:lvl2pPr lvl="1" rtl="1" algn="l">
              <a:lnSpc>
                <a:spcPct val="100000"/>
              </a:lnSpc>
              <a:spcBef>
                <a:spcPts val="0"/>
              </a:spcBef>
              <a:spcAft>
                <a:spcPts val="0"/>
              </a:spcAft>
              <a:buClr>
                <a:srgbClr val="543198"/>
              </a:buClr>
              <a:buSzPts val="2800"/>
              <a:buNone/>
              <a:defRPr b="1">
                <a:solidFill>
                  <a:srgbClr val="543198"/>
                </a:solidFill>
              </a:defRPr>
            </a:lvl2pPr>
            <a:lvl3pPr lvl="2" rtl="1" algn="l">
              <a:lnSpc>
                <a:spcPct val="100000"/>
              </a:lnSpc>
              <a:spcBef>
                <a:spcPts val="0"/>
              </a:spcBef>
              <a:spcAft>
                <a:spcPts val="0"/>
              </a:spcAft>
              <a:buClr>
                <a:srgbClr val="543198"/>
              </a:buClr>
              <a:buSzPts val="2800"/>
              <a:buNone/>
              <a:defRPr b="1">
                <a:solidFill>
                  <a:srgbClr val="543198"/>
                </a:solidFill>
              </a:defRPr>
            </a:lvl3pPr>
            <a:lvl4pPr lvl="3" rtl="1" algn="l">
              <a:lnSpc>
                <a:spcPct val="100000"/>
              </a:lnSpc>
              <a:spcBef>
                <a:spcPts val="0"/>
              </a:spcBef>
              <a:spcAft>
                <a:spcPts val="0"/>
              </a:spcAft>
              <a:buClr>
                <a:srgbClr val="543198"/>
              </a:buClr>
              <a:buSzPts val="2800"/>
              <a:buNone/>
              <a:defRPr b="1">
                <a:solidFill>
                  <a:srgbClr val="543198"/>
                </a:solidFill>
              </a:defRPr>
            </a:lvl4pPr>
            <a:lvl5pPr lvl="4" rtl="1" algn="l">
              <a:lnSpc>
                <a:spcPct val="100000"/>
              </a:lnSpc>
              <a:spcBef>
                <a:spcPts val="0"/>
              </a:spcBef>
              <a:spcAft>
                <a:spcPts val="0"/>
              </a:spcAft>
              <a:buClr>
                <a:srgbClr val="543198"/>
              </a:buClr>
              <a:buSzPts val="2800"/>
              <a:buNone/>
              <a:defRPr b="1">
                <a:solidFill>
                  <a:srgbClr val="543198"/>
                </a:solidFill>
              </a:defRPr>
            </a:lvl5pPr>
            <a:lvl6pPr lvl="5" rtl="1" algn="l">
              <a:lnSpc>
                <a:spcPct val="100000"/>
              </a:lnSpc>
              <a:spcBef>
                <a:spcPts val="0"/>
              </a:spcBef>
              <a:spcAft>
                <a:spcPts val="0"/>
              </a:spcAft>
              <a:buClr>
                <a:srgbClr val="543198"/>
              </a:buClr>
              <a:buSzPts val="2800"/>
              <a:buNone/>
              <a:defRPr b="1">
                <a:solidFill>
                  <a:srgbClr val="543198"/>
                </a:solidFill>
              </a:defRPr>
            </a:lvl6pPr>
            <a:lvl7pPr lvl="6" rtl="1" algn="l">
              <a:lnSpc>
                <a:spcPct val="100000"/>
              </a:lnSpc>
              <a:spcBef>
                <a:spcPts val="0"/>
              </a:spcBef>
              <a:spcAft>
                <a:spcPts val="0"/>
              </a:spcAft>
              <a:buClr>
                <a:srgbClr val="543198"/>
              </a:buClr>
              <a:buSzPts val="2800"/>
              <a:buNone/>
              <a:defRPr b="1">
                <a:solidFill>
                  <a:srgbClr val="543198"/>
                </a:solidFill>
              </a:defRPr>
            </a:lvl7pPr>
            <a:lvl8pPr lvl="7" rtl="1" algn="l">
              <a:lnSpc>
                <a:spcPct val="100000"/>
              </a:lnSpc>
              <a:spcBef>
                <a:spcPts val="0"/>
              </a:spcBef>
              <a:spcAft>
                <a:spcPts val="0"/>
              </a:spcAft>
              <a:buClr>
                <a:srgbClr val="543198"/>
              </a:buClr>
              <a:buSzPts val="2800"/>
              <a:buNone/>
              <a:defRPr b="1">
                <a:solidFill>
                  <a:srgbClr val="543198"/>
                </a:solidFill>
              </a:defRPr>
            </a:lvl8pPr>
            <a:lvl9pPr lvl="8" rtl="1" algn="l">
              <a:lnSpc>
                <a:spcPct val="100000"/>
              </a:lnSpc>
              <a:spcBef>
                <a:spcPts val="0"/>
              </a:spcBef>
              <a:spcAft>
                <a:spcPts val="0"/>
              </a:spcAft>
              <a:buClr>
                <a:srgbClr val="543198"/>
              </a:buClr>
              <a:buSzPts val="2800"/>
              <a:buNone/>
              <a:defRPr b="1">
                <a:solidFill>
                  <a:srgbClr val="543198"/>
                </a:solidFill>
              </a:defRPr>
            </a:lvl9pPr>
          </a:lstStyle>
          <a:p/>
        </p:txBody>
      </p:sp>
      <p:sp>
        <p:nvSpPr>
          <p:cNvPr id="20" name="Google Shape;20;p25"/>
          <p:cNvSpPr txBox="1"/>
          <p:nvPr>
            <p:ph idx="1" type="body"/>
          </p:nvPr>
        </p:nvSpPr>
        <p:spPr>
          <a:xfrm>
            <a:off x="2758650" y="1334150"/>
            <a:ext cx="6028200" cy="1757400"/>
          </a:xfrm>
          <a:prstGeom prst="rect">
            <a:avLst/>
          </a:prstGeom>
          <a:noFill/>
          <a:ln>
            <a:noFill/>
          </a:ln>
        </p:spPr>
        <p:txBody>
          <a:bodyPr anchorCtr="0" anchor="t" bIns="91425" lIns="91425" spcFirstLastPara="1" rIns="91425" wrap="square" tIns="91425">
            <a:normAutofit/>
          </a:bodyPr>
          <a:lstStyle>
            <a:lvl1pPr indent="-342900" lvl="0" marL="457200" rtl="1" algn="l">
              <a:lnSpc>
                <a:spcPct val="115000"/>
              </a:lnSpc>
              <a:spcBef>
                <a:spcPts val="0"/>
              </a:spcBef>
              <a:spcAft>
                <a:spcPts val="0"/>
              </a:spcAft>
              <a:buClr>
                <a:srgbClr val="424242"/>
              </a:buClr>
              <a:buSzPts val="1800"/>
              <a:buChar char="●"/>
              <a:defRPr>
                <a:solidFill>
                  <a:srgbClr val="424242"/>
                </a:solidFill>
              </a:defRPr>
            </a:lvl1pPr>
            <a:lvl2pPr indent="-317500" lvl="1" marL="914400" rtl="1" algn="l">
              <a:lnSpc>
                <a:spcPct val="115000"/>
              </a:lnSpc>
              <a:spcBef>
                <a:spcPts val="0"/>
              </a:spcBef>
              <a:spcAft>
                <a:spcPts val="0"/>
              </a:spcAft>
              <a:buClr>
                <a:srgbClr val="424242"/>
              </a:buClr>
              <a:buSzPts val="1400"/>
              <a:buChar char="○"/>
              <a:defRPr>
                <a:solidFill>
                  <a:srgbClr val="424242"/>
                </a:solidFill>
              </a:defRPr>
            </a:lvl2pPr>
            <a:lvl3pPr indent="-317500" lvl="2" marL="1371600" rtl="1" algn="l">
              <a:lnSpc>
                <a:spcPct val="115000"/>
              </a:lnSpc>
              <a:spcBef>
                <a:spcPts val="0"/>
              </a:spcBef>
              <a:spcAft>
                <a:spcPts val="0"/>
              </a:spcAft>
              <a:buClr>
                <a:srgbClr val="424242"/>
              </a:buClr>
              <a:buSzPts val="1400"/>
              <a:buChar char="■"/>
              <a:defRPr>
                <a:solidFill>
                  <a:srgbClr val="424242"/>
                </a:solidFill>
              </a:defRPr>
            </a:lvl3pPr>
            <a:lvl4pPr indent="-317500" lvl="3" marL="1828800" rtl="1" algn="l">
              <a:lnSpc>
                <a:spcPct val="115000"/>
              </a:lnSpc>
              <a:spcBef>
                <a:spcPts val="0"/>
              </a:spcBef>
              <a:spcAft>
                <a:spcPts val="0"/>
              </a:spcAft>
              <a:buClr>
                <a:srgbClr val="424242"/>
              </a:buClr>
              <a:buSzPts val="1400"/>
              <a:buChar char="●"/>
              <a:defRPr>
                <a:solidFill>
                  <a:srgbClr val="424242"/>
                </a:solidFill>
              </a:defRPr>
            </a:lvl4pPr>
            <a:lvl5pPr indent="-317500" lvl="4" marL="2286000" rtl="1" algn="l">
              <a:lnSpc>
                <a:spcPct val="115000"/>
              </a:lnSpc>
              <a:spcBef>
                <a:spcPts val="0"/>
              </a:spcBef>
              <a:spcAft>
                <a:spcPts val="0"/>
              </a:spcAft>
              <a:buClr>
                <a:srgbClr val="424242"/>
              </a:buClr>
              <a:buSzPts val="1400"/>
              <a:buChar char="○"/>
              <a:defRPr>
                <a:solidFill>
                  <a:srgbClr val="424242"/>
                </a:solidFill>
              </a:defRPr>
            </a:lvl5pPr>
            <a:lvl6pPr indent="-317500" lvl="5" marL="2743200" rtl="1" algn="l">
              <a:lnSpc>
                <a:spcPct val="115000"/>
              </a:lnSpc>
              <a:spcBef>
                <a:spcPts val="0"/>
              </a:spcBef>
              <a:spcAft>
                <a:spcPts val="0"/>
              </a:spcAft>
              <a:buClr>
                <a:srgbClr val="424242"/>
              </a:buClr>
              <a:buSzPts val="1400"/>
              <a:buChar char="■"/>
              <a:defRPr>
                <a:solidFill>
                  <a:srgbClr val="424242"/>
                </a:solidFill>
              </a:defRPr>
            </a:lvl6pPr>
            <a:lvl7pPr indent="-317500" lvl="6" marL="3200400" rtl="1" algn="l">
              <a:lnSpc>
                <a:spcPct val="115000"/>
              </a:lnSpc>
              <a:spcBef>
                <a:spcPts val="0"/>
              </a:spcBef>
              <a:spcAft>
                <a:spcPts val="0"/>
              </a:spcAft>
              <a:buClr>
                <a:srgbClr val="424242"/>
              </a:buClr>
              <a:buSzPts val="1400"/>
              <a:buChar char="●"/>
              <a:defRPr>
                <a:solidFill>
                  <a:srgbClr val="424242"/>
                </a:solidFill>
              </a:defRPr>
            </a:lvl7pPr>
            <a:lvl8pPr indent="-317500" lvl="7" marL="3657600" rtl="1" algn="l">
              <a:lnSpc>
                <a:spcPct val="115000"/>
              </a:lnSpc>
              <a:spcBef>
                <a:spcPts val="0"/>
              </a:spcBef>
              <a:spcAft>
                <a:spcPts val="0"/>
              </a:spcAft>
              <a:buClr>
                <a:srgbClr val="424242"/>
              </a:buClr>
              <a:buSzPts val="1400"/>
              <a:buChar char="○"/>
              <a:defRPr>
                <a:solidFill>
                  <a:srgbClr val="424242"/>
                </a:solidFill>
              </a:defRPr>
            </a:lvl8pPr>
            <a:lvl9pPr indent="-317500" lvl="8" marL="4114800" rtl="1" algn="l">
              <a:lnSpc>
                <a:spcPct val="115000"/>
              </a:lnSpc>
              <a:spcBef>
                <a:spcPts val="0"/>
              </a:spcBef>
              <a:spcAft>
                <a:spcPts val="0"/>
              </a:spcAft>
              <a:buClr>
                <a:srgbClr val="424242"/>
              </a:buClr>
              <a:buSzPts val="1400"/>
              <a:buChar char="■"/>
              <a:defRPr>
                <a:solidFill>
                  <a:srgbClr val="424242"/>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1" algn="ctr">
              <a:lnSpc>
                <a:spcPct val="100000"/>
              </a:lnSpc>
              <a:spcBef>
                <a:spcPts val="0"/>
              </a:spcBef>
              <a:spcAft>
                <a:spcPts val="0"/>
              </a:spcAft>
              <a:buSzPts val="3600"/>
              <a:buFont typeface="Tajawal"/>
              <a:buNone/>
              <a:defRPr sz="3600">
                <a:latin typeface="Tajawal"/>
                <a:ea typeface="Tajawal"/>
                <a:cs typeface="Tajawal"/>
                <a:sym typeface="Tajawal"/>
              </a:defRPr>
            </a:lvl1pPr>
            <a:lvl2pPr lvl="1" rtl="1" algn="ctr">
              <a:lnSpc>
                <a:spcPct val="100000"/>
              </a:lnSpc>
              <a:spcBef>
                <a:spcPts val="0"/>
              </a:spcBef>
              <a:spcAft>
                <a:spcPts val="0"/>
              </a:spcAft>
              <a:buSzPts val="3600"/>
              <a:buFont typeface="Tajawal"/>
              <a:buNone/>
              <a:defRPr sz="3600">
                <a:latin typeface="Tajawal"/>
                <a:ea typeface="Tajawal"/>
                <a:cs typeface="Tajawal"/>
                <a:sym typeface="Tajawal"/>
              </a:defRPr>
            </a:lvl2pPr>
            <a:lvl3pPr lvl="2" rtl="1" algn="ctr">
              <a:lnSpc>
                <a:spcPct val="100000"/>
              </a:lnSpc>
              <a:spcBef>
                <a:spcPts val="0"/>
              </a:spcBef>
              <a:spcAft>
                <a:spcPts val="0"/>
              </a:spcAft>
              <a:buSzPts val="3600"/>
              <a:buFont typeface="Tajawal"/>
              <a:buNone/>
              <a:defRPr sz="3600">
                <a:latin typeface="Tajawal"/>
                <a:ea typeface="Tajawal"/>
                <a:cs typeface="Tajawal"/>
                <a:sym typeface="Tajawal"/>
              </a:defRPr>
            </a:lvl3pPr>
            <a:lvl4pPr lvl="3" rtl="1" algn="ctr">
              <a:lnSpc>
                <a:spcPct val="100000"/>
              </a:lnSpc>
              <a:spcBef>
                <a:spcPts val="0"/>
              </a:spcBef>
              <a:spcAft>
                <a:spcPts val="0"/>
              </a:spcAft>
              <a:buSzPts val="3600"/>
              <a:buFont typeface="Tajawal"/>
              <a:buNone/>
              <a:defRPr sz="3600">
                <a:latin typeface="Tajawal"/>
                <a:ea typeface="Tajawal"/>
                <a:cs typeface="Tajawal"/>
                <a:sym typeface="Tajawal"/>
              </a:defRPr>
            </a:lvl4pPr>
            <a:lvl5pPr lvl="4" rtl="1" algn="ctr">
              <a:lnSpc>
                <a:spcPct val="100000"/>
              </a:lnSpc>
              <a:spcBef>
                <a:spcPts val="0"/>
              </a:spcBef>
              <a:spcAft>
                <a:spcPts val="0"/>
              </a:spcAft>
              <a:buSzPts val="3600"/>
              <a:buFont typeface="Tajawal"/>
              <a:buNone/>
              <a:defRPr sz="3600">
                <a:latin typeface="Tajawal"/>
                <a:ea typeface="Tajawal"/>
                <a:cs typeface="Tajawal"/>
                <a:sym typeface="Tajawal"/>
              </a:defRPr>
            </a:lvl5pPr>
            <a:lvl6pPr lvl="5" rtl="1" algn="ctr">
              <a:lnSpc>
                <a:spcPct val="100000"/>
              </a:lnSpc>
              <a:spcBef>
                <a:spcPts val="0"/>
              </a:spcBef>
              <a:spcAft>
                <a:spcPts val="0"/>
              </a:spcAft>
              <a:buSzPts val="3600"/>
              <a:buFont typeface="Tajawal"/>
              <a:buNone/>
              <a:defRPr sz="3600">
                <a:latin typeface="Tajawal"/>
                <a:ea typeface="Tajawal"/>
                <a:cs typeface="Tajawal"/>
                <a:sym typeface="Tajawal"/>
              </a:defRPr>
            </a:lvl6pPr>
            <a:lvl7pPr lvl="6" rtl="1" algn="ctr">
              <a:lnSpc>
                <a:spcPct val="100000"/>
              </a:lnSpc>
              <a:spcBef>
                <a:spcPts val="0"/>
              </a:spcBef>
              <a:spcAft>
                <a:spcPts val="0"/>
              </a:spcAft>
              <a:buSzPts val="3600"/>
              <a:buFont typeface="Tajawal"/>
              <a:buNone/>
              <a:defRPr sz="3600">
                <a:latin typeface="Tajawal"/>
                <a:ea typeface="Tajawal"/>
                <a:cs typeface="Tajawal"/>
                <a:sym typeface="Tajawal"/>
              </a:defRPr>
            </a:lvl7pPr>
            <a:lvl8pPr lvl="7" rtl="1" algn="ctr">
              <a:lnSpc>
                <a:spcPct val="100000"/>
              </a:lnSpc>
              <a:spcBef>
                <a:spcPts val="0"/>
              </a:spcBef>
              <a:spcAft>
                <a:spcPts val="0"/>
              </a:spcAft>
              <a:buSzPts val="3600"/>
              <a:buFont typeface="Tajawal"/>
              <a:buNone/>
              <a:defRPr sz="3600">
                <a:latin typeface="Tajawal"/>
                <a:ea typeface="Tajawal"/>
                <a:cs typeface="Tajawal"/>
                <a:sym typeface="Tajawal"/>
              </a:defRPr>
            </a:lvl8pPr>
            <a:lvl9pPr lvl="8" rtl="1" algn="ctr">
              <a:lnSpc>
                <a:spcPct val="100000"/>
              </a:lnSpc>
              <a:spcBef>
                <a:spcPts val="0"/>
              </a:spcBef>
              <a:spcAft>
                <a:spcPts val="0"/>
              </a:spcAft>
              <a:buSzPts val="3600"/>
              <a:buFont typeface="Tajawal"/>
              <a:buNone/>
              <a:defRPr sz="3600">
                <a:latin typeface="Tajawal"/>
                <a:ea typeface="Tajawal"/>
                <a:cs typeface="Tajawal"/>
                <a:sym typeface="Tajawal"/>
              </a:defRPr>
            </a:lvl9pPr>
          </a:lstStyle>
          <a:p/>
        </p:txBody>
      </p:sp>
      <p:sp>
        <p:nvSpPr>
          <p:cNvPr id="25" name="Google Shape;2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28"/>
          <p:cNvSpPr txBox="1"/>
          <p:nvPr>
            <p:ph type="title"/>
          </p:nvPr>
        </p:nvSpPr>
        <p:spPr>
          <a:xfrm>
            <a:off x="2079450" y="714175"/>
            <a:ext cx="6707400" cy="777300"/>
          </a:xfrm>
          <a:prstGeom prst="rect">
            <a:avLst/>
          </a:prstGeom>
          <a:noFill/>
          <a:ln>
            <a:noFill/>
          </a:ln>
        </p:spPr>
        <p:txBody>
          <a:bodyPr anchorCtr="0" anchor="t" bIns="91425" lIns="91425" spcFirstLastPara="1" rIns="91425" wrap="square" tIns="91425">
            <a:normAutofit/>
          </a:bodyPr>
          <a:lstStyle>
            <a:lvl1pPr lvl="0" rtl="1" algn="l">
              <a:lnSpc>
                <a:spcPct val="100000"/>
              </a:lnSpc>
              <a:spcBef>
                <a:spcPts val="0"/>
              </a:spcBef>
              <a:spcAft>
                <a:spcPts val="0"/>
              </a:spcAft>
              <a:buClr>
                <a:srgbClr val="543198"/>
              </a:buClr>
              <a:buSzPts val="2500"/>
              <a:buNone/>
              <a:defRPr b="1">
                <a:solidFill>
                  <a:srgbClr val="543198"/>
                </a:solidFill>
              </a:defRPr>
            </a:lvl1pPr>
            <a:lvl2pPr lvl="1" rtl="1" algn="l">
              <a:lnSpc>
                <a:spcPct val="100000"/>
              </a:lnSpc>
              <a:spcBef>
                <a:spcPts val="0"/>
              </a:spcBef>
              <a:spcAft>
                <a:spcPts val="0"/>
              </a:spcAft>
              <a:buClr>
                <a:srgbClr val="543198"/>
              </a:buClr>
              <a:buSzPts val="2800"/>
              <a:buNone/>
              <a:defRPr b="1">
                <a:solidFill>
                  <a:srgbClr val="543198"/>
                </a:solidFill>
              </a:defRPr>
            </a:lvl2pPr>
            <a:lvl3pPr lvl="2" rtl="1" algn="l">
              <a:lnSpc>
                <a:spcPct val="100000"/>
              </a:lnSpc>
              <a:spcBef>
                <a:spcPts val="0"/>
              </a:spcBef>
              <a:spcAft>
                <a:spcPts val="0"/>
              </a:spcAft>
              <a:buClr>
                <a:srgbClr val="543198"/>
              </a:buClr>
              <a:buSzPts val="2800"/>
              <a:buNone/>
              <a:defRPr b="1">
                <a:solidFill>
                  <a:srgbClr val="543198"/>
                </a:solidFill>
              </a:defRPr>
            </a:lvl3pPr>
            <a:lvl4pPr lvl="3" rtl="1" algn="l">
              <a:lnSpc>
                <a:spcPct val="100000"/>
              </a:lnSpc>
              <a:spcBef>
                <a:spcPts val="0"/>
              </a:spcBef>
              <a:spcAft>
                <a:spcPts val="0"/>
              </a:spcAft>
              <a:buClr>
                <a:srgbClr val="543198"/>
              </a:buClr>
              <a:buSzPts val="2800"/>
              <a:buNone/>
              <a:defRPr b="1">
                <a:solidFill>
                  <a:srgbClr val="543198"/>
                </a:solidFill>
              </a:defRPr>
            </a:lvl4pPr>
            <a:lvl5pPr lvl="4" rtl="1" algn="l">
              <a:lnSpc>
                <a:spcPct val="100000"/>
              </a:lnSpc>
              <a:spcBef>
                <a:spcPts val="0"/>
              </a:spcBef>
              <a:spcAft>
                <a:spcPts val="0"/>
              </a:spcAft>
              <a:buClr>
                <a:srgbClr val="543198"/>
              </a:buClr>
              <a:buSzPts val="2800"/>
              <a:buNone/>
              <a:defRPr b="1">
                <a:solidFill>
                  <a:srgbClr val="543198"/>
                </a:solidFill>
              </a:defRPr>
            </a:lvl5pPr>
            <a:lvl6pPr lvl="5" rtl="1" algn="l">
              <a:lnSpc>
                <a:spcPct val="100000"/>
              </a:lnSpc>
              <a:spcBef>
                <a:spcPts val="0"/>
              </a:spcBef>
              <a:spcAft>
                <a:spcPts val="0"/>
              </a:spcAft>
              <a:buClr>
                <a:srgbClr val="543198"/>
              </a:buClr>
              <a:buSzPts val="2800"/>
              <a:buNone/>
              <a:defRPr b="1">
                <a:solidFill>
                  <a:srgbClr val="543198"/>
                </a:solidFill>
              </a:defRPr>
            </a:lvl6pPr>
            <a:lvl7pPr lvl="6" rtl="1" algn="l">
              <a:lnSpc>
                <a:spcPct val="100000"/>
              </a:lnSpc>
              <a:spcBef>
                <a:spcPts val="0"/>
              </a:spcBef>
              <a:spcAft>
                <a:spcPts val="0"/>
              </a:spcAft>
              <a:buClr>
                <a:srgbClr val="543198"/>
              </a:buClr>
              <a:buSzPts val="2800"/>
              <a:buNone/>
              <a:defRPr b="1">
                <a:solidFill>
                  <a:srgbClr val="543198"/>
                </a:solidFill>
              </a:defRPr>
            </a:lvl7pPr>
            <a:lvl8pPr lvl="7" rtl="1" algn="l">
              <a:lnSpc>
                <a:spcPct val="100000"/>
              </a:lnSpc>
              <a:spcBef>
                <a:spcPts val="0"/>
              </a:spcBef>
              <a:spcAft>
                <a:spcPts val="0"/>
              </a:spcAft>
              <a:buClr>
                <a:srgbClr val="543198"/>
              </a:buClr>
              <a:buSzPts val="2800"/>
              <a:buNone/>
              <a:defRPr b="1">
                <a:solidFill>
                  <a:srgbClr val="543198"/>
                </a:solidFill>
              </a:defRPr>
            </a:lvl8pPr>
            <a:lvl9pPr lvl="8" rtl="1" algn="l">
              <a:lnSpc>
                <a:spcPct val="100000"/>
              </a:lnSpc>
              <a:spcBef>
                <a:spcPts val="0"/>
              </a:spcBef>
              <a:spcAft>
                <a:spcPts val="0"/>
              </a:spcAft>
              <a:buClr>
                <a:srgbClr val="543198"/>
              </a:buClr>
              <a:buSzPts val="2800"/>
              <a:buNone/>
              <a:defRPr b="1">
                <a:solidFill>
                  <a:srgbClr val="543198"/>
                </a:solidFill>
              </a:defRPr>
            </a:lvl9pPr>
          </a:lstStyle>
          <a:p/>
        </p:txBody>
      </p:sp>
      <p:sp>
        <p:nvSpPr>
          <p:cNvPr id="29" name="Google Shape;29;p28"/>
          <p:cNvSpPr txBox="1"/>
          <p:nvPr>
            <p:ph idx="1" type="body"/>
          </p:nvPr>
        </p:nvSpPr>
        <p:spPr>
          <a:xfrm>
            <a:off x="2758650" y="1526325"/>
            <a:ext cx="6028200" cy="1757400"/>
          </a:xfrm>
          <a:prstGeom prst="rect">
            <a:avLst/>
          </a:prstGeom>
          <a:noFill/>
          <a:ln>
            <a:noFill/>
          </a:ln>
        </p:spPr>
        <p:txBody>
          <a:bodyPr anchorCtr="0" anchor="t" bIns="91425" lIns="91425" spcFirstLastPara="1" rIns="91425" wrap="square" tIns="91425">
            <a:normAutofit/>
          </a:bodyPr>
          <a:lstStyle>
            <a:lvl1pPr indent="-342900" lvl="0" marL="457200" rtl="1" algn="l">
              <a:lnSpc>
                <a:spcPct val="115000"/>
              </a:lnSpc>
              <a:spcBef>
                <a:spcPts val="0"/>
              </a:spcBef>
              <a:spcAft>
                <a:spcPts val="0"/>
              </a:spcAft>
              <a:buClr>
                <a:srgbClr val="424242"/>
              </a:buClr>
              <a:buSzPts val="1800"/>
              <a:buChar char="●"/>
              <a:defRPr>
                <a:solidFill>
                  <a:srgbClr val="424242"/>
                </a:solidFill>
              </a:defRPr>
            </a:lvl1pPr>
            <a:lvl2pPr indent="-317500" lvl="1" marL="914400" rtl="1" algn="l">
              <a:lnSpc>
                <a:spcPct val="115000"/>
              </a:lnSpc>
              <a:spcBef>
                <a:spcPts val="0"/>
              </a:spcBef>
              <a:spcAft>
                <a:spcPts val="0"/>
              </a:spcAft>
              <a:buClr>
                <a:srgbClr val="424242"/>
              </a:buClr>
              <a:buSzPts val="1400"/>
              <a:buChar char="○"/>
              <a:defRPr>
                <a:solidFill>
                  <a:srgbClr val="424242"/>
                </a:solidFill>
              </a:defRPr>
            </a:lvl2pPr>
            <a:lvl3pPr indent="-317500" lvl="2" marL="1371600" rtl="1" algn="l">
              <a:lnSpc>
                <a:spcPct val="115000"/>
              </a:lnSpc>
              <a:spcBef>
                <a:spcPts val="0"/>
              </a:spcBef>
              <a:spcAft>
                <a:spcPts val="0"/>
              </a:spcAft>
              <a:buClr>
                <a:srgbClr val="424242"/>
              </a:buClr>
              <a:buSzPts val="1400"/>
              <a:buChar char="■"/>
              <a:defRPr>
                <a:solidFill>
                  <a:srgbClr val="424242"/>
                </a:solidFill>
              </a:defRPr>
            </a:lvl3pPr>
            <a:lvl4pPr indent="-317500" lvl="3" marL="1828800" rtl="1" algn="l">
              <a:lnSpc>
                <a:spcPct val="115000"/>
              </a:lnSpc>
              <a:spcBef>
                <a:spcPts val="0"/>
              </a:spcBef>
              <a:spcAft>
                <a:spcPts val="0"/>
              </a:spcAft>
              <a:buClr>
                <a:srgbClr val="424242"/>
              </a:buClr>
              <a:buSzPts val="1400"/>
              <a:buChar char="●"/>
              <a:defRPr>
                <a:solidFill>
                  <a:srgbClr val="424242"/>
                </a:solidFill>
              </a:defRPr>
            </a:lvl4pPr>
            <a:lvl5pPr indent="-317500" lvl="4" marL="2286000" rtl="1" algn="l">
              <a:lnSpc>
                <a:spcPct val="115000"/>
              </a:lnSpc>
              <a:spcBef>
                <a:spcPts val="0"/>
              </a:spcBef>
              <a:spcAft>
                <a:spcPts val="0"/>
              </a:spcAft>
              <a:buClr>
                <a:srgbClr val="424242"/>
              </a:buClr>
              <a:buSzPts val="1400"/>
              <a:buChar char="○"/>
              <a:defRPr>
                <a:solidFill>
                  <a:srgbClr val="424242"/>
                </a:solidFill>
              </a:defRPr>
            </a:lvl5pPr>
            <a:lvl6pPr indent="-317500" lvl="5" marL="2743200" rtl="1" algn="l">
              <a:lnSpc>
                <a:spcPct val="115000"/>
              </a:lnSpc>
              <a:spcBef>
                <a:spcPts val="0"/>
              </a:spcBef>
              <a:spcAft>
                <a:spcPts val="0"/>
              </a:spcAft>
              <a:buClr>
                <a:srgbClr val="424242"/>
              </a:buClr>
              <a:buSzPts val="1400"/>
              <a:buChar char="■"/>
              <a:defRPr>
                <a:solidFill>
                  <a:srgbClr val="424242"/>
                </a:solidFill>
              </a:defRPr>
            </a:lvl6pPr>
            <a:lvl7pPr indent="-317500" lvl="6" marL="3200400" rtl="1" algn="l">
              <a:lnSpc>
                <a:spcPct val="115000"/>
              </a:lnSpc>
              <a:spcBef>
                <a:spcPts val="0"/>
              </a:spcBef>
              <a:spcAft>
                <a:spcPts val="0"/>
              </a:spcAft>
              <a:buClr>
                <a:srgbClr val="424242"/>
              </a:buClr>
              <a:buSzPts val="1400"/>
              <a:buChar char="●"/>
              <a:defRPr>
                <a:solidFill>
                  <a:srgbClr val="424242"/>
                </a:solidFill>
              </a:defRPr>
            </a:lvl7pPr>
            <a:lvl8pPr indent="-317500" lvl="7" marL="3657600" rtl="1" algn="l">
              <a:lnSpc>
                <a:spcPct val="115000"/>
              </a:lnSpc>
              <a:spcBef>
                <a:spcPts val="0"/>
              </a:spcBef>
              <a:spcAft>
                <a:spcPts val="0"/>
              </a:spcAft>
              <a:buClr>
                <a:srgbClr val="424242"/>
              </a:buClr>
              <a:buSzPts val="1400"/>
              <a:buChar char="○"/>
              <a:defRPr>
                <a:solidFill>
                  <a:srgbClr val="424242"/>
                </a:solidFill>
              </a:defRPr>
            </a:lvl8pPr>
            <a:lvl9pPr indent="-317500" lvl="8" marL="4114800" rtl="1" algn="l">
              <a:lnSpc>
                <a:spcPct val="115000"/>
              </a:lnSpc>
              <a:spcBef>
                <a:spcPts val="0"/>
              </a:spcBef>
              <a:spcAft>
                <a:spcPts val="0"/>
              </a:spcAft>
              <a:buClr>
                <a:srgbClr val="424242"/>
              </a:buClr>
              <a:buSzPts val="1400"/>
              <a:buChar char="■"/>
              <a:defRPr>
                <a:solidFill>
                  <a:srgbClr val="42424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 name="Shape 30"/>
        <p:cNvGrpSpPr/>
        <p:nvPr/>
      </p:nvGrpSpPr>
      <p:grpSpPr>
        <a:xfrm>
          <a:off x="0" y="0"/>
          <a:ext cx="0" cy="0"/>
          <a:chOff x="0" y="0"/>
          <a:chExt cx="0" cy="0"/>
        </a:xfrm>
      </p:grpSpPr>
      <p:sp>
        <p:nvSpPr>
          <p:cNvPr id="31" name="Google Shape;31;p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4200"/>
              <a:buNone/>
              <a:defRPr sz="4200"/>
            </a:lvl1pPr>
            <a:lvl2pPr lvl="1" rtl="1" algn="ctr">
              <a:lnSpc>
                <a:spcPct val="100000"/>
              </a:lnSpc>
              <a:spcBef>
                <a:spcPts val="0"/>
              </a:spcBef>
              <a:spcAft>
                <a:spcPts val="0"/>
              </a:spcAft>
              <a:buSzPts val="4200"/>
              <a:buNone/>
              <a:defRPr sz="4200"/>
            </a:lvl2pPr>
            <a:lvl3pPr lvl="2" rtl="1" algn="ctr">
              <a:lnSpc>
                <a:spcPct val="100000"/>
              </a:lnSpc>
              <a:spcBef>
                <a:spcPts val="0"/>
              </a:spcBef>
              <a:spcAft>
                <a:spcPts val="0"/>
              </a:spcAft>
              <a:buSzPts val="4200"/>
              <a:buNone/>
              <a:defRPr sz="4200"/>
            </a:lvl3pPr>
            <a:lvl4pPr lvl="3" rtl="1" algn="ctr">
              <a:lnSpc>
                <a:spcPct val="100000"/>
              </a:lnSpc>
              <a:spcBef>
                <a:spcPts val="0"/>
              </a:spcBef>
              <a:spcAft>
                <a:spcPts val="0"/>
              </a:spcAft>
              <a:buSzPts val="4200"/>
              <a:buNone/>
              <a:defRPr sz="4200"/>
            </a:lvl4pPr>
            <a:lvl5pPr lvl="4" rtl="1" algn="ctr">
              <a:lnSpc>
                <a:spcPct val="100000"/>
              </a:lnSpc>
              <a:spcBef>
                <a:spcPts val="0"/>
              </a:spcBef>
              <a:spcAft>
                <a:spcPts val="0"/>
              </a:spcAft>
              <a:buSzPts val="4200"/>
              <a:buNone/>
              <a:defRPr sz="4200"/>
            </a:lvl5pPr>
            <a:lvl6pPr lvl="5" rtl="1" algn="ctr">
              <a:lnSpc>
                <a:spcPct val="100000"/>
              </a:lnSpc>
              <a:spcBef>
                <a:spcPts val="0"/>
              </a:spcBef>
              <a:spcAft>
                <a:spcPts val="0"/>
              </a:spcAft>
              <a:buSzPts val="4200"/>
              <a:buNone/>
              <a:defRPr sz="4200"/>
            </a:lvl6pPr>
            <a:lvl7pPr lvl="6" rtl="1" algn="ctr">
              <a:lnSpc>
                <a:spcPct val="100000"/>
              </a:lnSpc>
              <a:spcBef>
                <a:spcPts val="0"/>
              </a:spcBef>
              <a:spcAft>
                <a:spcPts val="0"/>
              </a:spcAft>
              <a:buSzPts val="4200"/>
              <a:buNone/>
              <a:defRPr sz="4200"/>
            </a:lvl7pPr>
            <a:lvl8pPr lvl="7" rtl="1" algn="ctr">
              <a:lnSpc>
                <a:spcPct val="100000"/>
              </a:lnSpc>
              <a:spcBef>
                <a:spcPts val="0"/>
              </a:spcBef>
              <a:spcAft>
                <a:spcPts val="0"/>
              </a:spcAft>
              <a:buSzPts val="4200"/>
              <a:buNone/>
              <a:defRPr sz="4200"/>
            </a:lvl8pPr>
            <a:lvl9pPr lvl="8" rtl="1" algn="ctr">
              <a:lnSpc>
                <a:spcPct val="100000"/>
              </a:lnSpc>
              <a:spcBef>
                <a:spcPts val="0"/>
              </a:spcBef>
              <a:spcAft>
                <a:spcPts val="0"/>
              </a:spcAft>
              <a:buSzPts val="4200"/>
              <a:buNone/>
              <a:defRPr sz="4200"/>
            </a:lvl9pPr>
          </a:lstStyle>
          <a:p/>
        </p:txBody>
      </p:sp>
      <p:sp>
        <p:nvSpPr>
          <p:cNvPr id="32" name="Google Shape;32;p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1" algn="ctr">
              <a:lnSpc>
                <a:spcPct val="100000"/>
              </a:lnSpc>
              <a:spcBef>
                <a:spcPts val="0"/>
              </a:spcBef>
              <a:spcAft>
                <a:spcPts val="0"/>
              </a:spcAft>
              <a:buSzPts val="2100"/>
              <a:buNone/>
              <a:defRPr sz="2100"/>
            </a:lvl1pPr>
            <a:lvl2pPr lvl="1" rtl="1" algn="ctr">
              <a:lnSpc>
                <a:spcPct val="100000"/>
              </a:lnSpc>
              <a:spcBef>
                <a:spcPts val="0"/>
              </a:spcBef>
              <a:spcAft>
                <a:spcPts val="0"/>
              </a:spcAft>
              <a:buSzPts val="2100"/>
              <a:buNone/>
              <a:defRPr sz="2100"/>
            </a:lvl2pPr>
            <a:lvl3pPr lvl="2" rtl="1" algn="ctr">
              <a:lnSpc>
                <a:spcPct val="100000"/>
              </a:lnSpc>
              <a:spcBef>
                <a:spcPts val="0"/>
              </a:spcBef>
              <a:spcAft>
                <a:spcPts val="0"/>
              </a:spcAft>
              <a:buSzPts val="2100"/>
              <a:buNone/>
              <a:defRPr sz="2100"/>
            </a:lvl3pPr>
            <a:lvl4pPr lvl="3" rtl="1" algn="ctr">
              <a:lnSpc>
                <a:spcPct val="100000"/>
              </a:lnSpc>
              <a:spcBef>
                <a:spcPts val="0"/>
              </a:spcBef>
              <a:spcAft>
                <a:spcPts val="0"/>
              </a:spcAft>
              <a:buSzPts val="2100"/>
              <a:buNone/>
              <a:defRPr sz="2100"/>
            </a:lvl4pPr>
            <a:lvl5pPr lvl="4" rtl="1" algn="ctr">
              <a:lnSpc>
                <a:spcPct val="100000"/>
              </a:lnSpc>
              <a:spcBef>
                <a:spcPts val="0"/>
              </a:spcBef>
              <a:spcAft>
                <a:spcPts val="0"/>
              </a:spcAft>
              <a:buSzPts val="2100"/>
              <a:buNone/>
              <a:defRPr sz="2100"/>
            </a:lvl5pPr>
            <a:lvl6pPr lvl="5" rtl="1" algn="ctr">
              <a:lnSpc>
                <a:spcPct val="100000"/>
              </a:lnSpc>
              <a:spcBef>
                <a:spcPts val="0"/>
              </a:spcBef>
              <a:spcAft>
                <a:spcPts val="0"/>
              </a:spcAft>
              <a:buSzPts val="2100"/>
              <a:buNone/>
              <a:defRPr sz="2100"/>
            </a:lvl6pPr>
            <a:lvl7pPr lvl="6" rtl="1" algn="ctr">
              <a:lnSpc>
                <a:spcPct val="100000"/>
              </a:lnSpc>
              <a:spcBef>
                <a:spcPts val="0"/>
              </a:spcBef>
              <a:spcAft>
                <a:spcPts val="0"/>
              </a:spcAft>
              <a:buSzPts val="2100"/>
              <a:buNone/>
              <a:defRPr sz="2100"/>
            </a:lvl7pPr>
            <a:lvl8pPr lvl="7" rtl="1" algn="ctr">
              <a:lnSpc>
                <a:spcPct val="100000"/>
              </a:lnSpc>
              <a:spcBef>
                <a:spcPts val="0"/>
              </a:spcBef>
              <a:spcAft>
                <a:spcPts val="0"/>
              </a:spcAft>
              <a:buSzPts val="2100"/>
              <a:buNone/>
              <a:defRPr sz="2100"/>
            </a:lvl8pPr>
            <a:lvl9pPr lvl="8" rtl="1" algn="ctr">
              <a:lnSpc>
                <a:spcPct val="100000"/>
              </a:lnSpc>
              <a:spcBef>
                <a:spcPts val="0"/>
              </a:spcBef>
              <a:spcAft>
                <a:spcPts val="0"/>
              </a:spcAft>
              <a:buSzPts val="2100"/>
              <a:buNone/>
              <a:defRPr sz="2100"/>
            </a:lvl9pPr>
          </a:lstStyle>
          <a:p/>
        </p:txBody>
      </p:sp>
      <p:sp>
        <p:nvSpPr>
          <p:cNvPr id="33" name="Google Shape;33;p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1" algn="l">
              <a:lnSpc>
                <a:spcPct val="115000"/>
              </a:lnSpc>
              <a:spcBef>
                <a:spcPts val="0"/>
              </a:spcBef>
              <a:spcAft>
                <a:spcPts val="0"/>
              </a:spcAft>
              <a:buSzPts val="1800"/>
              <a:buChar char="●"/>
              <a:defRPr/>
            </a:lvl1pPr>
            <a:lvl2pPr indent="-317500" lvl="1" marL="914400" rtl="1" algn="l">
              <a:lnSpc>
                <a:spcPct val="115000"/>
              </a:lnSpc>
              <a:spcBef>
                <a:spcPts val="0"/>
              </a:spcBef>
              <a:spcAft>
                <a:spcPts val="0"/>
              </a:spcAft>
              <a:buSzPts val="1400"/>
              <a:buChar char="○"/>
              <a:defRPr/>
            </a:lvl2pPr>
            <a:lvl3pPr indent="-317500" lvl="2" marL="1371600" rtl="1" algn="l">
              <a:lnSpc>
                <a:spcPct val="115000"/>
              </a:lnSpc>
              <a:spcBef>
                <a:spcPts val="0"/>
              </a:spcBef>
              <a:spcAft>
                <a:spcPts val="0"/>
              </a:spcAft>
              <a:buSzPts val="1400"/>
              <a:buChar char="■"/>
              <a:defRPr/>
            </a:lvl3pPr>
            <a:lvl4pPr indent="-317500" lvl="3" marL="1828800" rtl="1" algn="l">
              <a:lnSpc>
                <a:spcPct val="115000"/>
              </a:lnSpc>
              <a:spcBef>
                <a:spcPts val="0"/>
              </a:spcBef>
              <a:spcAft>
                <a:spcPts val="0"/>
              </a:spcAft>
              <a:buSzPts val="1400"/>
              <a:buChar char="●"/>
              <a:defRPr/>
            </a:lvl4pPr>
            <a:lvl5pPr indent="-317500" lvl="4" marL="2286000" rtl="1" algn="l">
              <a:lnSpc>
                <a:spcPct val="115000"/>
              </a:lnSpc>
              <a:spcBef>
                <a:spcPts val="0"/>
              </a:spcBef>
              <a:spcAft>
                <a:spcPts val="0"/>
              </a:spcAft>
              <a:buSzPts val="1400"/>
              <a:buChar char="○"/>
              <a:defRPr/>
            </a:lvl5pPr>
            <a:lvl6pPr indent="-317500" lvl="5" marL="2743200" rtl="1" algn="l">
              <a:lnSpc>
                <a:spcPct val="115000"/>
              </a:lnSpc>
              <a:spcBef>
                <a:spcPts val="0"/>
              </a:spcBef>
              <a:spcAft>
                <a:spcPts val="0"/>
              </a:spcAft>
              <a:buSzPts val="1400"/>
              <a:buChar char="■"/>
              <a:defRPr/>
            </a:lvl6pPr>
            <a:lvl7pPr indent="-317500" lvl="6" marL="3200400" rtl="1" algn="l">
              <a:lnSpc>
                <a:spcPct val="115000"/>
              </a:lnSpc>
              <a:spcBef>
                <a:spcPts val="0"/>
              </a:spcBef>
              <a:spcAft>
                <a:spcPts val="0"/>
              </a:spcAft>
              <a:buSzPts val="1400"/>
              <a:buChar char="●"/>
              <a:defRPr/>
            </a:lvl7pPr>
            <a:lvl8pPr indent="-317500" lvl="7" marL="3657600" rtl="1" algn="l">
              <a:lnSpc>
                <a:spcPct val="115000"/>
              </a:lnSpc>
              <a:spcBef>
                <a:spcPts val="0"/>
              </a:spcBef>
              <a:spcAft>
                <a:spcPts val="0"/>
              </a:spcAft>
              <a:buSzPts val="1400"/>
              <a:buChar char="○"/>
              <a:defRPr/>
            </a:lvl8pPr>
            <a:lvl9pPr indent="-317500" lvl="8" marL="4114800" rtl="1" algn="l">
              <a:lnSpc>
                <a:spcPct val="115000"/>
              </a:lnSpc>
              <a:spcBef>
                <a:spcPts val="0"/>
              </a:spcBef>
              <a:spcAft>
                <a:spcPts val="0"/>
              </a:spcAft>
              <a:buSzPts val="1400"/>
              <a:buChar char="■"/>
              <a:defRPr/>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10" Type="http://schemas.openxmlformats.org/officeDocument/2006/relationships/theme" Target="../theme/theme1.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311700" y="282450"/>
            <a:ext cx="8520600" cy="572700"/>
          </a:xfrm>
          <a:prstGeom prst="rect">
            <a:avLst/>
          </a:prstGeom>
          <a:noFill/>
          <a:ln>
            <a:noFill/>
          </a:ln>
        </p:spPr>
        <p:txBody>
          <a:bodyPr anchorCtr="0" anchor="t" bIns="91425" lIns="91425" spcFirstLastPara="1" rIns="91425" wrap="square" tIns="91425">
            <a:normAutofit/>
          </a:bodyPr>
          <a:lstStyle>
            <a:lvl1pPr lvl="0" marR="0" rtl="1" algn="l">
              <a:lnSpc>
                <a:spcPct val="100000"/>
              </a:lnSpc>
              <a:spcBef>
                <a:spcPts val="0"/>
              </a:spcBef>
              <a:spcAft>
                <a:spcPts val="0"/>
              </a:spcAft>
              <a:buClr>
                <a:srgbClr val="4F29B7"/>
              </a:buClr>
              <a:buSzPts val="2500"/>
              <a:buFont typeface="IBM Plex Sans Arabic Medium"/>
              <a:buNone/>
              <a:defRPr b="0" i="0" sz="2500" u="none" cap="none" strike="noStrike">
                <a:solidFill>
                  <a:srgbClr val="4F29B7"/>
                </a:solidFill>
                <a:latin typeface="IBM Plex Sans Arabic Medium"/>
                <a:ea typeface="IBM Plex Sans Arabic Medium"/>
                <a:cs typeface="IBM Plex Sans Arabic Medium"/>
                <a:sym typeface="IBM Plex Sans Arabic Medium"/>
              </a:defRPr>
            </a:lvl1pPr>
            <a:lvl2pPr lvl="1"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2pPr>
            <a:lvl3pPr lvl="2"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3pPr>
            <a:lvl4pPr lvl="3"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4pPr>
            <a:lvl5pPr lvl="4"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5pPr>
            <a:lvl6pPr lvl="5"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6pPr>
            <a:lvl7pPr lvl="6"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7pPr>
            <a:lvl8pPr lvl="7"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8pPr>
            <a:lvl9pPr lvl="8"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9pPr>
          </a:lstStyle>
          <a:p/>
        </p:txBody>
      </p:sp>
      <p:sp>
        <p:nvSpPr>
          <p:cNvPr id="7" name="Google Shape;7;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1" algn="l">
              <a:lnSpc>
                <a:spcPct val="115000"/>
              </a:lnSpc>
              <a:spcBef>
                <a:spcPts val="0"/>
              </a:spcBef>
              <a:spcAft>
                <a:spcPts val="0"/>
              </a:spcAft>
              <a:buClr>
                <a:srgbClr val="252526"/>
              </a:buClr>
              <a:buSzPts val="1800"/>
              <a:buFont typeface="IBM Plex Sans Arabic"/>
              <a:buChar char="●"/>
              <a:defRPr b="0" i="0" sz="1800" u="none" cap="none" strike="noStrike">
                <a:solidFill>
                  <a:srgbClr val="252526"/>
                </a:solidFill>
                <a:latin typeface="IBM Plex Sans Arabic"/>
                <a:ea typeface="IBM Plex Sans Arabic"/>
                <a:cs typeface="IBM Plex Sans Arabic"/>
                <a:sym typeface="IBM Plex Sans Arabic"/>
              </a:defRPr>
            </a:lvl1pPr>
            <a:lvl2pPr indent="-317500" lvl="1" marL="9144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2pPr>
            <a:lvl3pPr indent="-317500" lvl="2" marL="13716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3pPr>
            <a:lvl4pPr indent="-317500" lvl="3" marL="18288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4pPr>
            <a:lvl5pPr indent="-317500" lvl="4" marL="22860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5pPr>
            <a:lvl6pPr indent="-317500" lvl="5" marL="27432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6pPr>
            <a:lvl7pPr indent="-317500" lvl="6" marL="32004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7pPr>
            <a:lvl8pPr indent="-317500" lvl="7" marL="36576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8pPr>
            <a:lvl9pPr indent="-317500" lvl="8" marL="41148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9pPr>
          </a:lstStyle>
          <a:p/>
        </p:txBody>
      </p:sp>
      <p:sp>
        <p:nvSpPr>
          <p:cNvPr id="8" name="Google Shape;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2">
            <a:alphaModFix/>
          </a:blip>
          <a:srcRect b="0" l="0" r="0" t="0"/>
          <a:stretch/>
        </p:blipFill>
        <p:spPr>
          <a:xfrm>
            <a:off x="8030954" y="17475"/>
            <a:ext cx="1266092" cy="100790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hyperlink" Target="https://www.coursera.org/specializations/deep-learning" TargetMode="External"/><Relationship Id="rId5" Type="http://schemas.openxmlformats.org/officeDocument/2006/relationships/hyperlink" Target="https://course.fast.ai/" TargetMode="External"/></Relationships>
</file>

<file path=ppt/slides/_rels/slide24.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5.png"/><Relationship Id="rId13" Type="http://schemas.openxmlformats.org/officeDocument/2006/relationships/image" Target="../media/image6.png"/><Relationship Id="rId12" Type="http://schemas.openxmlformats.org/officeDocument/2006/relationships/image" Target="../media/image13.png"/><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9.png"/><Relationship Id="rId9" Type="http://schemas.openxmlformats.org/officeDocument/2006/relationships/image" Target="../media/image24.png"/><Relationship Id="rId15" Type="http://schemas.openxmlformats.org/officeDocument/2006/relationships/image" Target="../media/image21.png"/><Relationship Id="rId14" Type="http://schemas.openxmlformats.org/officeDocument/2006/relationships/image" Target="../media/image23.png"/><Relationship Id="rId17" Type="http://schemas.openxmlformats.org/officeDocument/2006/relationships/image" Target="../media/image15.png"/><Relationship Id="rId16" Type="http://schemas.openxmlformats.org/officeDocument/2006/relationships/image" Target="../media/image25.png"/><Relationship Id="rId5" Type="http://schemas.openxmlformats.org/officeDocument/2006/relationships/image" Target="../media/image8.png"/><Relationship Id="rId19" Type="http://schemas.openxmlformats.org/officeDocument/2006/relationships/image" Target="../media/image14.png"/><Relationship Id="rId6" Type="http://schemas.openxmlformats.org/officeDocument/2006/relationships/image" Target="../media/image7.png"/><Relationship Id="rId18" Type="http://schemas.openxmlformats.org/officeDocument/2006/relationships/image" Target="../media/image22.png"/><Relationship Id="rId7" Type="http://schemas.openxmlformats.org/officeDocument/2006/relationships/image" Target="../media/image11.png"/><Relationship Id="rId8"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1"/>
          <p:cNvSpPr txBox="1"/>
          <p:nvPr>
            <p:ph type="title"/>
          </p:nvPr>
        </p:nvSpPr>
        <p:spPr>
          <a:xfrm>
            <a:off x="5435226" y="867625"/>
            <a:ext cx="2974200" cy="226200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0" name="Google Shape;40;p1"/>
          <p:cNvSpPr txBox="1"/>
          <p:nvPr>
            <p:ph idx="4294967295" type="body"/>
          </p:nvPr>
        </p:nvSpPr>
        <p:spPr>
          <a:xfrm>
            <a:off x="3902100" y="3253272"/>
            <a:ext cx="4447500" cy="1973484"/>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SzPts val="1800"/>
              <a:buNone/>
            </a:pPr>
            <a:r>
              <a:rPr lang="en-US" sz="3600">
                <a:solidFill>
                  <a:schemeClr val="lt1"/>
                </a:solidFill>
                <a:latin typeface="IBM Plex Sans Arabic Medium"/>
                <a:ea typeface="IBM Plex Sans Arabic Medium"/>
                <a:cs typeface="IBM Plex Sans Arabic Medium"/>
                <a:sym typeface="IBM Plex Sans Arabic Medium"/>
              </a:rPr>
              <a:t>Deep Learning</a:t>
            </a:r>
            <a:endParaRPr sz="360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type="ctrTitle"/>
          </p:nvPr>
        </p:nvSpPr>
        <p:spPr>
          <a:xfrm>
            <a:off x="311700" y="1984439"/>
            <a:ext cx="8520600" cy="2052600"/>
          </a:xfrm>
          <a:prstGeom prst="rect">
            <a:avLst/>
          </a:prstGeom>
          <a:noFill/>
          <a:ln>
            <a:noFill/>
          </a:ln>
        </p:spPr>
        <p:txBody>
          <a:bodyPr anchorCtr="0" anchor="b" bIns="91425" lIns="91425" spcFirstLastPara="1" rIns="91425" wrap="square" tIns="91425">
            <a:normAutofit fontScale="90000"/>
          </a:bodyPr>
          <a:lstStyle/>
          <a:p>
            <a:pPr indent="0" lvl="0" marL="0" rtl="1" algn="ctr">
              <a:lnSpc>
                <a:spcPct val="100000"/>
              </a:lnSpc>
              <a:spcBef>
                <a:spcPts val="0"/>
              </a:spcBef>
              <a:spcAft>
                <a:spcPts val="0"/>
              </a:spcAft>
              <a:buSzPct val="149305"/>
              <a:buFont typeface="Tajawal"/>
              <a:buNone/>
            </a:pPr>
            <a:br>
              <a:rPr b="1" i="0" lang="en-US" sz="3200" u="none" strike="noStrike">
                <a:solidFill>
                  <a:srgbClr val="7030A0"/>
                </a:solidFill>
                <a:latin typeface="Arial"/>
                <a:ea typeface="Arial"/>
                <a:cs typeface="Arial"/>
                <a:sym typeface="Arial"/>
              </a:rPr>
            </a:br>
            <a:r>
              <a:rPr b="1" i="0" lang="en-US" sz="3200" u="none" strike="noStrike">
                <a:solidFill>
                  <a:srgbClr val="7030A0"/>
                </a:solidFill>
                <a:latin typeface="Arial"/>
                <a:ea typeface="Arial"/>
                <a:cs typeface="Arial"/>
                <a:sym typeface="Arial"/>
              </a:rPr>
              <a:t>Anatomy of </a:t>
            </a:r>
            <a:r>
              <a:rPr lang="en-US" sz="3200">
                <a:solidFill>
                  <a:srgbClr val="7030A0"/>
                </a:solidFill>
                <a:latin typeface="Arial"/>
                <a:ea typeface="Arial"/>
                <a:cs typeface="Arial"/>
                <a:sym typeface="Arial"/>
              </a:rPr>
              <a:t>N</a:t>
            </a:r>
            <a:r>
              <a:rPr b="1" i="0" lang="en-US" sz="3200" u="none" strike="noStrike">
                <a:solidFill>
                  <a:srgbClr val="7030A0"/>
                </a:solidFill>
                <a:latin typeface="Arial"/>
                <a:ea typeface="Arial"/>
                <a:cs typeface="Arial"/>
                <a:sym typeface="Arial"/>
              </a:rPr>
              <a:t>eural Network</a:t>
            </a:r>
            <a:br>
              <a:rPr b="1" i="0" lang="en-US" sz="3200" u="none" strike="noStrike">
                <a:solidFill>
                  <a:srgbClr val="7030A0"/>
                </a:solidFill>
                <a:latin typeface="Arial"/>
                <a:ea typeface="Arial"/>
                <a:cs typeface="Arial"/>
                <a:sym typeface="Arial"/>
              </a:rPr>
            </a:br>
            <a:br>
              <a:rPr lang="en-US" sz="1800">
                <a:latin typeface="Calibri"/>
                <a:ea typeface="Calibri"/>
                <a:cs typeface="Calibri"/>
                <a:sym typeface="Calibri"/>
              </a:rPr>
            </a:br>
            <a:endParaRPr/>
          </a:p>
        </p:txBody>
      </p:sp>
      <p:sp>
        <p:nvSpPr>
          <p:cNvPr id="46" name="Google Shape;46;p2"/>
          <p:cNvSpPr txBox="1"/>
          <p:nvPr/>
        </p:nvSpPr>
        <p:spPr>
          <a:xfrm>
            <a:off x="3527778" y="4245036"/>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By: Dr. Afshan Hashmi</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3"/>
          <p:cNvSpPr txBox="1"/>
          <p:nvPr/>
        </p:nvSpPr>
        <p:spPr>
          <a:xfrm>
            <a:off x="655513" y="612177"/>
            <a:ext cx="6634716" cy="3262391"/>
          </a:xfrm>
          <a:prstGeom prst="rect">
            <a:avLst/>
          </a:prstGeom>
          <a:noFill/>
          <a:ln>
            <a:noFill/>
          </a:ln>
        </p:spPr>
        <p:txBody>
          <a:bodyPr anchorCtr="0" anchor="t" bIns="45700" lIns="91425" spcFirstLastPara="1" rIns="91425" wrap="square" tIns="45700">
            <a:spAutoFit/>
          </a:bodyPr>
          <a:lstStyle/>
          <a:p>
            <a:pPr indent="0" lvl="0" marL="0" marR="0" rtl="0" algn="just">
              <a:lnSpc>
                <a:spcPct val="125000"/>
              </a:lnSpc>
              <a:spcBef>
                <a:spcPts val="0"/>
              </a:spcBef>
              <a:spcAft>
                <a:spcPts val="0"/>
              </a:spcAft>
              <a:buClr>
                <a:srgbClr val="000000"/>
              </a:buClr>
              <a:buSzPts val="2400"/>
              <a:buFont typeface="Arial"/>
              <a:buNone/>
            </a:pPr>
            <a:r>
              <a:rPr b="1" i="0" lang="en-US" sz="2400" u="none" cap="none" strike="noStrike">
                <a:solidFill>
                  <a:srgbClr val="7030A0"/>
                </a:solidFill>
                <a:latin typeface="Arial"/>
                <a:ea typeface="Arial"/>
                <a:cs typeface="Arial"/>
                <a:sym typeface="Arial"/>
              </a:rPr>
              <a:t>Course Objectives: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Tensor Operations in TensorFlow</a:t>
            </a:r>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Understand the Anatomy of a Neural Network</a:t>
            </a:r>
            <a:endParaRPr b="0" i="0" sz="1800" u="none" cap="none" strike="noStrike">
              <a:solidFill>
                <a:srgbClr val="0C0C0C"/>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Explore Layers: The Building Blocks</a:t>
            </a:r>
            <a:endParaRPr b="0" i="0" sz="1800" u="none" cap="none" strike="noStrike">
              <a:solidFill>
                <a:srgbClr val="0C0C0C"/>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Construct Models from Layers</a:t>
            </a:r>
            <a:endParaRPr b="0" i="0" sz="1800" u="none" cap="none" strike="noStrike">
              <a:solidFill>
                <a:srgbClr val="0C0C0C"/>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Configure the Learning Process</a:t>
            </a:r>
            <a:endParaRPr b="0" i="0" sz="1800" u="none" cap="none" strike="noStrike">
              <a:solidFill>
                <a:srgbClr val="0C0C0C"/>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Select an Appropriate Loss Function</a:t>
            </a:r>
            <a:endParaRPr b="0" i="0" sz="1800" u="none" cap="none" strike="noStrike">
              <a:solidFill>
                <a:srgbClr val="0C0C0C"/>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Use the fit() Method</a:t>
            </a:r>
            <a:endParaRPr b="0" i="0" sz="1800" u="none" cap="none" strike="noStrike">
              <a:solidFill>
                <a:srgbClr val="0C0C0C"/>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Monitor Loss and Metrics</a:t>
            </a:r>
            <a:endParaRPr b="0" i="0" sz="1800" u="none" cap="none" strike="noStrike">
              <a:solidFill>
                <a:srgbClr val="0C0C0C"/>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C0C0C"/>
                </a:solidFill>
                <a:latin typeface="Arial"/>
                <a:ea typeface="Arial"/>
                <a:cs typeface="Arial"/>
                <a:sym typeface="Arial"/>
              </a:rPr>
              <a:t>Perform Inference</a:t>
            </a:r>
            <a:endParaRPr b="0" i="0" sz="1800" u="none" cap="none" strike="noStrike">
              <a:solidFill>
                <a:srgbClr val="0C0C0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1"/>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86805"/>
              <a:buNone/>
            </a:pPr>
            <a:r>
              <a:rPr b="1" i="0" lang="en-US" sz="3200" u="none" strike="noStrike">
                <a:solidFill>
                  <a:srgbClr val="7030A0"/>
                </a:solidFill>
                <a:latin typeface="Arial"/>
                <a:ea typeface="Arial"/>
                <a:cs typeface="Arial"/>
                <a:sym typeface="Arial"/>
              </a:rPr>
              <a:t>Tensor Operations in TensorFlow</a:t>
            </a:r>
            <a:br>
              <a:rPr b="1" i="0" lang="en-US" sz="3200" u="none" strike="noStrike">
                <a:solidFill>
                  <a:srgbClr val="7030A0"/>
                </a:solidFill>
                <a:latin typeface="Arial"/>
                <a:ea typeface="Arial"/>
                <a:cs typeface="Arial"/>
                <a:sym typeface="Arial"/>
              </a:rPr>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57" name="Google Shape;57;p31"/>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 name="Google Shape;58;p31"/>
          <p:cNvSpPr txBox="1"/>
          <p:nvPr/>
        </p:nvSpPr>
        <p:spPr>
          <a:xfrm>
            <a:off x="174929" y="850790"/>
            <a:ext cx="8841850"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TensorFlow is a library for numerical computation (like NumPy) but optimized for deep learning. It works with </a:t>
            </a:r>
            <a:r>
              <a:rPr b="1" i="0" lang="en-US" sz="1600" u="none" cap="none" strike="noStrike">
                <a:solidFill>
                  <a:schemeClr val="dk1"/>
                </a:solidFill>
                <a:latin typeface="Arial"/>
                <a:ea typeface="Arial"/>
                <a:cs typeface="Arial"/>
                <a:sym typeface="Arial"/>
              </a:rPr>
              <a:t>tensors</a:t>
            </a:r>
            <a:r>
              <a:rPr b="0" i="0" lang="en-US" sz="1600" u="none" cap="none" strike="noStrike">
                <a:solidFill>
                  <a:schemeClr val="dk1"/>
                </a:solidFill>
                <a:latin typeface="Arial"/>
                <a:ea typeface="Arial"/>
                <a:cs typeface="Arial"/>
                <a:sym typeface="Arial"/>
              </a:rPr>
              <a:t> (multi-dimensional arrays) and provides many operations to perform math on them.</a:t>
            </a:r>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training a neural network revolves around the following concepts: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1" i="0" lang="en-US" sz="1600" u="none" cap="none" strike="noStrike">
                <a:solidFill>
                  <a:schemeClr val="dk1"/>
                </a:solidFill>
                <a:latin typeface="Arial"/>
                <a:ea typeface="Arial"/>
                <a:cs typeface="Arial"/>
                <a:sym typeface="Arial"/>
              </a:rPr>
              <a:t>First, low-level tensor manipulation</a:t>
            </a:r>
            <a:r>
              <a:rPr b="0" i="0" lang="en-US" sz="1600" u="none" cap="none" strike="noStrike">
                <a:solidFill>
                  <a:schemeClr val="dk1"/>
                </a:solidFill>
                <a:latin typeface="Arial"/>
                <a:ea typeface="Arial"/>
                <a:cs typeface="Arial"/>
                <a:sym typeface="Arial"/>
              </a:rPr>
              <a:t>—the infrastructure that underlies all modern machine learning. This translates to TensorFlow APIs:</a:t>
            </a:r>
            <a:endParaRPr/>
          </a:p>
          <a:p>
            <a:pPr indent="-342900" lvl="0" marL="342900" marR="0" rtl="0" algn="l">
              <a:lnSpc>
                <a:spcPct val="100000"/>
              </a:lnSpc>
              <a:spcBef>
                <a:spcPts val="0"/>
              </a:spcBef>
              <a:spcAft>
                <a:spcPts val="0"/>
              </a:spcAft>
              <a:buClr>
                <a:srgbClr val="000000"/>
              </a:buClr>
              <a:buSzPts val="1600"/>
              <a:buFont typeface="Arial"/>
              <a:buAutoNum type="alphaLcPeriod"/>
            </a:pPr>
            <a:r>
              <a:rPr b="0" i="0" lang="en-US" sz="1600" u="none" cap="none" strike="noStrike">
                <a:solidFill>
                  <a:schemeClr val="dk1"/>
                </a:solidFill>
                <a:latin typeface="Arial"/>
                <a:ea typeface="Arial"/>
                <a:cs typeface="Arial"/>
                <a:sym typeface="Arial"/>
              </a:rPr>
              <a:t>Tensors, including special tensors that store the network’s state (variables)</a:t>
            </a:r>
            <a:endParaRPr/>
          </a:p>
          <a:p>
            <a:pPr indent="-342900" lvl="0" marL="342900" marR="0" rtl="0" algn="l">
              <a:lnSpc>
                <a:spcPct val="100000"/>
              </a:lnSpc>
              <a:spcBef>
                <a:spcPts val="0"/>
              </a:spcBef>
              <a:spcAft>
                <a:spcPts val="0"/>
              </a:spcAft>
              <a:buClr>
                <a:srgbClr val="000000"/>
              </a:buClr>
              <a:buSzPts val="1600"/>
              <a:buFont typeface="Arial"/>
              <a:buAutoNum type="alphaLcPeriod"/>
            </a:pPr>
            <a:r>
              <a:rPr b="0" i="0" lang="en-US" sz="1600" u="none" cap="none" strike="noStrike">
                <a:solidFill>
                  <a:schemeClr val="dk1"/>
                </a:solidFill>
                <a:latin typeface="Arial"/>
                <a:ea typeface="Arial"/>
                <a:cs typeface="Arial"/>
                <a:sym typeface="Arial"/>
              </a:rPr>
              <a:t>Tensor operations such as addition, relu, matmul</a:t>
            </a:r>
            <a:endParaRPr b="0" i="0" sz="1600" u="none"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Arial"/>
              <a:buAutoNum type="alphaLcPeriod"/>
            </a:pPr>
            <a:r>
              <a:rPr b="0" i="0" lang="en-US" sz="1600" u="none" cap="none" strike="noStrike">
                <a:solidFill>
                  <a:schemeClr val="dk1"/>
                </a:solidFill>
                <a:latin typeface="Arial"/>
                <a:ea typeface="Arial"/>
                <a:cs typeface="Arial"/>
                <a:sym typeface="Arial"/>
              </a:rPr>
              <a:t>Backpropagation, a way to compute the gradient of mathematical expressions (handled in TensorFlow via the GradientTape object)</a:t>
            </a:r>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2. </a:t>
            </a:r>
            <a:r>
              <a:rPr b="1" i="0" lang="en-US" sz="1600" u="none" cap="none" strike="noStrike">
                <a:solidFill>
                  <a:schemeClr val="dk1"/>
                </a:solidFill>
                <a:latin typeface="Arial"/>
                <a:ea typeface="Arial"/>
                <a:cs typeface="Arial"/>
                <a:sym typeface="Arial"/>
              </a:rPr>
              <a:t>Second, high-level deep learning concepts</a:t>
            </a:r>
            <a:r>
              <a:rPr b="0" i="0" lang="en-US" sz="1600" u="none" cap="none" strike="noStrike">
                <a:solidFill>
                  <a:schemeClr val="dk1"/>
                </a:solidFill>
                <a:latin typeface="Arial"/>
                <a:ea typeface="Arial"/>
                <a:cs typeface="Arial"/>
                <a:sym typeface="Arial"/>
              </a:rPr>
              <a:t>. This translates to Keras APIs:</a:t>
            </a:r>
            <a:endParaRPr/>
          </a:p>
          <a:p>
            <a:pPr indent="-342900" lvl="0" marL="342900" marR="0" rtl="0" algn="l">
              <a:lnSpc>
                <a:spcPct val="100000"/>
              </a:lnSpc>
              <a:spcBef>
                <a:spcPts val="0"/>
              </a:spcBef>
              <a:spcAft>
                <a:spcPts val="0"/>
              </a:spcAft>
              <a:buClr>
                <a:srgbClr val="000000"/>
              </a:buClr>
              <a:buSzPts val="1600"/>
              <a:buFont typeface="Arial"/>
              <a:buAutoNum type="alphaLcPeriod"/>
            </a:pPr>
            <a:r>
              <a:rPr b="0" i="0" lang="en-US" sz="1600" u="none" cap="none" strike="noStrike">
                <a:solidFill>
                  <a:schemeClr val="dk1"/>
                </a:solidFill>
                <a:latin typeface="Arial"/>
                <a:ea typeface="Arial"/>
                <a:cs typeface="Arial"/>
                <a:sym typeface="Arial"/>
              </a:rPr>
              <a:t>Layers, which are combined into a model</a:t>
            </a:r>
            <a:endParaRPr/>
          </a:p>
          <a:p>
            <a:pPr indent="-342900" lvl="0" marL="342900" marR="0" rtl="0" algn="l">
              <a:lnSpc>
                <a:spcPct val="100000"/>
              </a:lnSpc>
              <a:spcBef>
                <a:spcPts val="0"/>
              </a:spcBef>
              <a:spcAft>
                <a:spcPts val="0"/>
              </a:spcAft>
              <a:buClr>
                <a:srgbClr val="000000"/>
              </a:buClr>
              <a:buSzPts val="1600"/>
              <a:buFont typeface="Arial"/>
              <a:buAutoNum type="alphaLcPeriod"/>
            </a:pPr>
            <a:r>
              <a:rPr b="0" i="0" lang="en-US" sz="1600" u="none" cap="none" strike="noStrike">
                <a:solidFill>
                  <a:schemeClr val="dk1"/>
                </a:solidFill>
                <a:latin typeface="Arial"/>
                <a:ea typeface="Arial"/>
                <a:cs typeface="Arial"/>
                <a:sym typeface="Arial"/>
              </a:rPr>
              <a:t>A loss function, which defines the feedback signal used for learning</a:t>
            </a:r>
            <a:endParaRPr/>
          </a:p>
          <a:p>
            <a:pPr indent="-342900" lvl="0" marL="342900" marR="0" rtl="0" algn="l">
              <a:lnSpc>
                <a:spcPct val="100000"/>
              </a:lnSpc>
              <a:spcBef>
                <a:spcPts val="0"/>
              </a:spcBef>
              <a:spcAft>
                <a:spcPts val="0"/>
              </a:spcAft>
              <a:buClr>
                <a:srgbClr val="000000"/>
              </a:buClr>
              <a:buSzPts val="1600"/>
              <a:buFont typeface="Arial"/>
              <a:buAutoNum type="alphaLcPeriod"/>
            </a:pPr>
            <a:r>
              <a:rPr b="0" i="0" lang="en-US" sz="1600" u="none" cap="none" strike="noStrike">
                <a:solidFill>
                  <a:schemeClr val="dk1"/>
                </a:solidFill>
                <a:latin typeface="Arial"/>
                <a:ea typeface="Arial"/>
                <a:cs typeface="Arial"/>
                <a:sym typeface="Arial"/>
              </a:rPr>
              <a:t>An optimizer, which determines how learning proceeds</a:t>
            </a:r>
            <a:endParaRPr/>
          </a:p>
          <a:p>
            <a:pPr indent="-342900" lvl="0" marL="342900" marR="0" rtl="0" algn="l">
              <a:lnSpc>
                <a:spcPct val="100000"/>
              </a:lnSpc>
              <a:spcBef>
                <a:spcPts val="0"/>
              </a:spcBef>
              <a:spcAft>
                <a:spcPts val="0"/>
              </a:spcAft>
              <a:buClr>
                <a:srgbClr val="000000"/>
              </a:buClr>
              <a:buSzPts val="1600"/>
              <a:buFont typeface="Arial"/>
              <a:buAutoNum type="alphaLcPeriod"/>
            </a:pPr>
            <a:r>
              <a:rPr b="0" i="0" lang="en-US" sz="1600" u="none" cap="none" strike="noStrike">
                <a:solidFill>
                  <a:schemeClr val="dk1"/>
                </a:solidFill>
                <a:latin typeface="Arial"/>
                <a:ea typeface="Arial"/>
                <a:cs typeface="Arial"/>
                <a:sym typeface="Arial"/>
              </a:rPr>
              <a:t>Metrics to evaluate model performance, such as accuracy</a:t>
            </a:r>
            <a:endParaRPr/>
          </a:p>
          <a:p>
            <a:pPr indent="-342900" lvl="0" marL="342900" marR="0" rtl="0" algn="l">
              <a:lnSpc>
                <a:spcPct val="100000"/>
              </a:lnSpc>
              <a:spcBef>
                <a:spcPts val="0"/>
              </a:spcBef>
              <a:spcAft>
                <a:spcPts val="0"/>
              </a:spcAft>
              <a:buClr>
                <a:srgbClr val="000000"/>
              </a:buClr>
              <a:buSzPts val="1600"/>
              <a:buFont typeface="Arial"/>
              <a:buAutoNum type="alphaLcPeriod"/>
            </a:pPr>
            <a:r>
              <a:rPr b="0" i="0" lang="en-US" sz="1600" u="none" cap="none" strike="noStrike">
                <a:solidFill>
                  <a:schemeClr val="dk1"/>
                </a:solidFill>
                <a:latin typeface="Arial"/>
                <a:ea typeface="Arial"/>
                <a:cs typeface="Arial"/>
                <a:sym typeface="Arial"/>
              </a:rPr>
              <a:t>– A training loop that performs mini-batch stochastic gradient descent</a:t>
            </a:r>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2"/>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86805"/>
              <a:buNone/>
            </a:pPr>
            <a:r>
              <a:rPr i="0" lang="en-US" sz="3200" u="none" strike="noStrike">
                <a:solidFill>
                  <a:srgbClr val="7030A0"/>
                </a:solidFill>
                <a:latin typeface="Inter"/>
                <a:ea typeface="Inter"/>
                <a:cs typeface="Inter"/>
                <a:sym typeface="Inter"/>
              </a:rPr>
              <a:t>Key Concepts of Tensors Creation</a:t>
            </a: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64" name="Google Shape;64;p32"/>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 name="Google Shape;65;p32"/>
          <p:cNvSpPr txBox="1"/>
          <p:nvPr/>
        </p:nvSpPr>
        <p:spPr>
          <a:xfrm>
            <a:off x="174929" y="850790"/>
            <a:ext cx="712436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404040"/>
                </a:solidFill>
                <a:latin typeface="Arial"/>
                <a:ea typeface="Arial"/>
                <a:cs typeface="Arial"/>
                <a:sym typeface="Arial"/>
              </a:rPr>
              <a:t>Tensor Creation</a:t>
            </a:r>
            <a:endParaRPr/>
          </a:p>
        </p:txBody>
      </p:sp>
      <p:sp>
        <p:nvSpPr>
          <p:cNvPr id="66" name="Google Shape;66;p32"/>
          <p:cNvSpPr txBox="1"/>
          <p:nvPr/>
        </p:nvSpPr>
        <p:spPr>
          <a:xfrm>
            <a:off x="2140889" y="943123"/>
            <a:ext cx="4647536" cy="30777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 = tf.ones((2, 2))  # Creates a 2x2 tensor filled with 1s</a:t>
            </a:r>
            <a:endParaRPr/>
          </a:p>
        </p:txBody>
      </p:sp>
      <p:sp>
        <p:nvSpPr>
          <p:cNvPr id="67" name="Google Shape;67;p32"/>
          <p:cNvSpPr txBox="1"/>
          <p:nvPr/>
        </p:nvSpPr>
        <p:spPr>
          <a:xfrm>
            <a:off x="2140889" y="1407220"/>
            <a:ext cx="46475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404040"/>
                </a:solidFill>
                <a:latin typeface="Arial"/>
                <a:ea typeface="Arial"/>
                <a:cs typeface="Arial"/>
                <a:sym typeface="Arial"/>
              </a:rPr>
              <a:t>a = [[1., 1.], [1., 1.]]</a:t>
            </a:r>
            <a:endParaRPr/>
          </a:p>
        </p:txBody>
      </p:sp>
      <p:sp>
        <p:nvSpPr>
          <p:cNvPr id="68" name="Google Shape;68;p32"/>
          <p:cNvSpPr txBox="1"/>
          <p:nvPr/>
        </p:nvSpPr>
        <p:spPr>
          <a:xfrm>
            <a:off x="72059" y="1717757"/>
            <a:ext cx="2818241" cy="6617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404040"/>
                </a:solidFill>
                <a:latin typeface="Arial"/>
                <a:ea typeface="Arial"/>
                <a:cs typeface="Arial"/>
                <a:sym typeface="Arial"/>
              </a:rPr>
              <a:t>Basic Tensor Operations:</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600"/>
              </a:spcBef>
              <a:spcAft>
                <a:spcPts val="0"/>
              </a:spcAft>
              <a:buNone/>
            </a:pPr>
            <a:r>
              <a:rPr b="1" i="0" lang="en-US" sz="1600" u="none" cap="none" strike="noStrike">
                <a:solidFill>
                  <a:srgbClr val="404040"/>
                </a:solidFill>
                <a:latin typeface="Arial"/>
                <a:ea typeface="Arial"/>
                <a:cs typeface="Arial"/>
                <a:sym typeface="Arial"/>
              </a:rPr>
              <a:t>Square each element</a:t>
            </a:r>
            <a:endParaRPr b="0" i="0" sz="1600" u="none" cap="none" strike="noStrike">
              <a:solidFill>
                <a:srgbClr val="404040"/>
              </a:solidFill>
              <a:latin typeface="Arial"/>
              <a:ea typeface="Arial"/>
              <a:cs typeface="Arial"/>
              <a:sym typeface="Arial"/>
            </a:endParaRPr>
          </a:p>
        </p:txBody>
      </p:sp>
      <p:sp>
        <p:nvSpPr>
          <p:cNvPr id="69" name="Google Shape;69;p32"/>
          <p:cNvSpPr txBox="1"/>
          <p:nvPr/>
        </p:nvSpPr>
        <p:spPr>
          <a:xfrm>
            <a:off x="2890300" y="2047558"/>
            <a:ext cx="4647536" cy="30777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 = tf.square(a)  # [[1., 1.], [1., 1.]] (since 1² = 1)</a:t>
            </a:r>
            <a:endParaRPr/>
          </a:p>
        </p:txBody>
      </p:sp>
      <p:sp>
        <p:nvSpPr>
          <p:cNvPr id="70" name="Google Shape;70;p32"/>
          <p:cNvSpPr txBox="1"/>
          <p:nvPr/>
        </p:nvSpPr>
        <p:spPr>
          <a:xfrm>
            <a:off x="72058" y="2781540"/>
            <a:ext cx="310448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404040"/>
                </a:solidFill>
                <a:latin typeface="Arial"/>
                <a:ea typeface="Arial"/>
                <a:cs typeface="Arial"/>
                <a:sym typeface="Arial"/>
              </a:rPr>
              <a:t>Square root of each element</a:t>
            </a:r>
            <a:endParaRPr b="0" i="0" sz="1600" u="none" cap="none" strike="noStrike">
              <a:solidFill>
                <a:srgbClr val="000000"/>
              </a:solidFill>
              <a:latin typeface="Arial"/>
              <a:ea typeface="Arial"/>
              <a:cs typeface="Arial"/>
              <a:sym typeface="Arial"/>
            </a:endParaRPr>
          </a:p>
        </p:txBody>
      </p:sp>
      <p:sp>
        <p:nvSpPr>
          <p:cNvPr id="71" name="Google Shape;71;p32"/>
          <p:cNvSpPr txBox="1"/>
          <p:nvPr/>
        </p:nvSpPr>
        <p:spPr>
          <a:xfrm>
            <a:off x="3176547" y="2796928"/>
            <a:ext cx="4647536" cy="30777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 = tf.sqrt(a)  # [[1., 1.], [1., 1.]] (since √1 = 1)</a:t>
            </a:r>
            <a:endParaRPr/>
          </a:p>
        </p:txBody>
      </p:sp>
      <p:sp>
        <p:nvSpPr>
          <p:cNvPr id="72" name="Google Shape;72;p32"/>
          <p:cNvSpPr txBox="1"/>
          <p:nvPr/>
        </p:nvSpPr>
        <p:spPr>
          <a:xfrm>
            <a:off x="125234" y="3481833"/>
            <a:ext cx="258616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404040"/>
                </a:solidFill>
                <a:latin typeface="Arial"/>
                <a:ea typeface="Arial"/>
                <a:cs typeface="Arial"/>
                <a:sym typeface="Arial"/>
              </a:rPr>
              <a:t>Element-wise addition</a:t>
            </a:r>
            <a:endParaRPr b="0" i="0" sz="1600" u="none" cap="none" strike="noStrike">
              <a:solidFill>
                <a:srgbClr val="000000"/>
              </a:solidFill>
              <a:latin typeface="Arial"/>
              <a:ea typeface="Arial"/>
              <a:cs typeface="Arial"/>
              <a:sym typeface="Arial"/>
            </a:endParaRPr>
          </a:p>
        </p:txBody>
      </p:sp>
      <p:sp>
        <p:nvSpPr>
          <p:cNvPr id="73" name="Google Shape;73;p32"/>
          <p:cNvSpPr txBox="1"/>
          <p:nvPr/>
        </p:nvSpPr>
        <p:spPr>
          <a:xfrm>
            <a:off x="3176547" y="3535040"/>
            <a:ext cx="4647536" cy="30777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 = b + c  # [[1+1, 1+1], [1+1, 1+1]] = [[2., 2.], [2., 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86805"/>
              <a:buNone/>
            </a:pPr>
            <a:r>
              <a:rPr i="0" lang="en-US" sz="3200" u="none" strike="noStrike">
                <a:solidFill>
                  <a:srgbClr val="7030A0"/>
                </a:solidFill>
                <a:latin typeface="Inter"/>
                <a:ea typeface="Inter"/>
                <a:cs typeface="Inter"/>
                <a:sym typeface="Inter"/>
              </a:rPr>
              <a:t>Key Concepts of Tensors Creation</a:t>
            </a: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79" name="Google Shape;79;p33"/>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 name="Google Shape;80;p33"/>
          <p:cNvSpPr txBox="1"/>
          <p:nvPr/>
        </p:nvSpPr>
        <p:spPr>
          <a:xfrm>
            <a:off x="199280" y="984863"/>
            <a:ext cx="318797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404040"/>
                </a:solidFill>
                <a:latin typeface="Arial"/>
                <a:ea typeface="Arial"/>
                <a:cs typeface="Arial"/>
                <a:sym typeface="Arial"/>
              </a:rPr>
              <a:t>Matrix multiplication (dot product)</a:t>
            </a:r>
            <a:endParaRPr b="0" i="0" sz="1600" u="none" cap="none" strike="noStrike">
              <a:solidFill>
                <a:srgbClr val="000000"/>
              </a:solidFill>
              <a:latin typeface="Arial"/>
              <a:ea typeface="Arial"/>
              <a:cs typeface="Arial"/>
              <a:sym typeface="Arial"/>
            </a:endParaRPr>
          </a:p>
        </p:txBody>
      </p:sp>
      <p:sp>
        <p:nvSpPr>
          <p:cNvPr id="81" name="Google Shape;81;p33"/>
          <p:cNvSpPr txBox="1"/>
          <p:nvPr/>
        </p:nvSpPr>
        <p:spPr>
          <a:xfrm>
            <a:off x="3325634" y="984863"/>
            <a:ext cx="4647536" cy="30777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 = tf.matmul(a, b)  # Standard matrix multiplication</a:t>
            </a:r>
            <a:endParaRPr/>
          </a:p>
        </p:txBody>
      </p:sp>
      <p:sp>
        <p:nvSpPr>
          <p:cNvPr id="82" name="Google Shape;82;p33"/>
          <p:cNvSpPr txBox="1"/>
          <p:nvPr/>
        </p:nvSpPr>
        <p:spPr>
          <a:xfrm>
            <a:off x="199280" y="1594316"/>
            <a:ext cx="46475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404040"/>
                </a:solidFill>
                <a:latin typeface="Arial"/>
                <a:ea typeface="Arial"/>
                <a:cs typeface="Arial"/>
                <a:sym typeface="Arial"/>
              </a:rPr>
              <a:t>Since </a:t>
            </a:r>
            <a:r>
              <a:rPr b="0" i="0" lang="en-US" sz="1400" u="none" cap="none" strike="noStrike">
                <a:solidFill>
                  <a:srgbClr val="000000"/>
                </a:solidFill>
                <a:latin typeface="Arial"/>
                <a:ea typeface="Arial"/>
                <a:cs typeface="Arial"/>
                <a:sym typeface="Arial"/>
              </a:rPr>
              <a:t>a</a:t>
            </a:r>
            <a:r>
              <a:rPr b="0" i="0" lang="en-US" sz="1400" u="none" cap="none" strike="noStrike">
                <a:solidFill>
                  <a:srgbClr val="404040"/>
                </a:solidFill>
                <a:latin typeface="Arial"/>
                <a:ea typeface="Arial"/>
                <a:cs typeface="Arial"/>
                <a:sym typeface="Arial"/>
              </a:rPr>
              <a:t> and </a:t>
            </a:r>
            <a:r>
              <a:rPr b="0" i="0" lang="en-US" sz="1400" u="none" cap="none" strike="noStrike">
                <a:solidFill>
                  <a:srgbClr val="000000"/>
                </a:solidFill>
                <a:latin typeface="Arial"/>
                <a:ea typeface="Arial"/>
                <a:cs typeface="Arial"/>
                <a:sym typeface="Arial"/>
              </a:rPr>
              <a:t>b</a:t>
            </a:r>
            <a:r>
              <a:rPr b="0" i="0" lang="en-US" sz="1400" u="none" cap="none" strike="noStrike">
                <a:solidFill>
                  <a:srgbClr val="404040"/>
                </a:solidFill>
                <a:latin typeface="Arial"/>
                <a:ea typeface="Arial"/>
                <a:cs typeface="Arial"/>
                <a:sym typeface="Arial"/>
              </a:rPr>
              <a:t> are both </a:t>
            </a:r>
            <a:r>
              <a:rPr b="0" i="0" lang="en-US" sz="1400" u="none" cap="none" strike="noStrike">
                <a:solidFill>
                  <a:srgbClr val="000000"/>
                </a:solidFill>
                <a:latin typeface="Arial"/>
                <a:ea typeface="Arial"/>
                <a:cs typeface="Arial"/>
                <a:sym typeface="Arial"/>
              </a:rPr>
              <a:t>[[1, 1], [1, 1]]</a:t>
            </a:r>
            <a:r>
              <a:rPr b="0" i="0" lang="en-US" sz="1400" u="none" cap="none" strike="noStrike">
                <a:solidFill>
                  <a:srgbClr val="404040"/>
                </a:solidFill>
                <a:latin typeface="Arial"/>
                <a:ea typeface="Arial"/>
                <a:cs typeface="Arial"/>
                <a:sym typeface="Arial"/>
              </a:rPr>
              <a:t>, their product is:</a:t>
            </a:r>
            <a:endParaRPr b="0" i="0" sz="1400" u="none" cap="none" strike="noStrike">
              <a:solidFill>
                <a:srgbClr val="000000"/>
              </a:solidFill>
              <a:latin typeface="Arial"/>
              <a:ea typeface="Arial"/>
              <a:cs typeface="Arial"/>
              <a:sym typeface="Arial"/>
            </a:endParaRPr>
          </a:p>
        </p:txBody>
      </p:sp>
      <p:sp>
        <p:nvSpPr>
          <p:cNvPr id="83" name="Google Shape;83;p33"/>
          <p:cNvSpPr txBox="1"/>
          <p:nvPr/>
        </p:nvSpPr>
        <p:spPr>
          <a:xfrm>
            <a:off x="4572000" y="1540932"/>
            <a:ext cx="3679466" cy="738664"/>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 = [[(1*1 + 1*1), (1*1 + 1*1)],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[(1*1 + 1*1), (1*1 + 1*1)]]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[[2., 2.], [2., 2.]]</a:t>
            </a:r>
            <a:endParaRPr/>
          </a:p>
        </p:txBody>
      </p:sp>
      <p:sp>
        <p:nvSpPr>
          <p:cNvPr id="84" name="Google Shape;84;p33"/>
          <p:cNvSpPr txBox="1"/>
          <p:nvPr/>
        </p:nvSpPr>
        <p:spPr>
          <a:xfrm>
            <a:off x="288234" y="2609981"/>
            <a:ext cx="297975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404040"/>
                </a:solidFill>
                <a:latin typeface="Arial"/>
                <a:ea typeface="Arial"/>
                <a:cs typeface="Arial"/>
                <a:sym typeface="Arial"/>
              </a:rPr>
              <a:t>Element-wise multiplication</a:t>
            </a:r>
            <a:endParaRPr b="0" i="0" sz="1600" u="none" cap="none" strike="noStrike">
              <a:solidFill>
                <a:srgbClr val="000000"/>
              </a:solidFill>
              <a:latin typeface="Arial"/>
              <a:ea typeface="Arial"/>
              <a:cs typeface="Arial"/>
              <a:sym typeface="Arial"/>
            </a:endParaRPr>
          </a:p>
        </p:txBody>
      </p:sp>
      <p:sp>
        <p:nvSpPr>
          <p:cNvPr id="85" name="Google Shape;85;p33"/>
          <p:cNvSpPr txBox="1"/>
          <p:nvPr/>
        </p:nvSpPr>
        <p:spPr>
          <a:xfrm>
            <a:off x="3387256" y="2687874"/>
            <a:ext cx="4647536" cy="30777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 *= d  # e = e * d (element-wise)</a:t>
            </a:r>
            <a:endParaRPr/>
          </a:p>
        </p:txBody>
      </p:sp>
      <p:sp>
        <p:nvSpPr>
          <p:cNvPr id="86" name="Google Shape;86;p33"/>
          <p:cNvSpPr txBox="1"/>
          <p:nvPr/>
        </p:nvSpPr>
        <p:spPr>
          <a:xfrm>
            <a:off x="199280" y="3294327"/>
            <a:ext cx="46475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404040"/>
                </a:solidFill>
                <a:latin typeface="Arial"/>
                <a:ea typeface="Arial"/>
                <a:cs typeface="Arial"/>
                <a:sym typeface="Arial"/>
              </a:rPr>
              <a:t>If </a:t>
            </a:r>
            <a:r>
              <a:rPr b="0" i="0" lang="en-US" sz="1400" u="none" cap="none" strike="noStrike">
                <a:solidFill>
                  <a:srgbClr val="000000"/>
                </a:solidFill>
                <a:latin typeface="Arial"/>
                <a:ea typeface="Arial"/>
                <a:cs typeface="Arial"/>
                <a:sym typeface="Arial"/>
              </a:rPr>
              <a:t>d</a:t>
            </a:r>
            <a:r>
              <a:rPr b="0" i="0" lang="en-US" sz="1400" u="none" cap="none" strike="noStrike">
                <a:solidFill>
                  <a:srgbClr val="404040"/>
                </a:solidFill>
                <a:latin typeface="Arial"/>
                <a:ea typeface="Arial"/>
                <a:cs typeface="Arial"/>
                <a:sym typeface="Arial"/>
              </a:rPr>
              <a:t> is </a:t>
            </a:r>
            <a:r>
              <a:rPr b="0" i="0" lang="en-US" sz="1400" u="none" cap="none" strike="noStrike">
                <a:solidFill>
                  <a:srgbClr val="000000"/>
                </a:solidFill>
                <a:latin typeface="Arial"/>
                <a:ea typeface="Arial"/>
                <a:cs typeface="Arial"/>
                <a:sym typeface="Arial"/>
              </a:rPr>
              <a:t>[[2., 2.], [2., 2.]]</a:t>
            </a:r>
            <a:r>
              <a:rPr b="0" i="0" lang="en-US" sz="1400" u="none" cap="none" strike="noStrike">
                <a:solidFill>
                  <a:srgbClr val="404040"/>
                </a:solidFill>
                <a:latin typeface="Arial"/>
                <a:ea typeface="Arial"/>
                <a:cs typeface="Arial"/>
                <a:sym typeface="Arial"/>
              </a:rPr>
              <a:t> and </a:t>
            </a:r>
            <a:r>
              <a:rPr b="0" i="0" lang="en-US" sz="1400" u="none" cap="none" strike="noStrike">
                <a:solidFill>
                  <a:srgbClr val="000000"/>
                </a:solidFill>
                <a:latin typeface="Arial"/>
                <a:ea typeface="Arial"/>
                <a:cs typeface="Arial"/>
                <a:sym typeface="Arial"/>
              </a:rPr>
              <a:t>e</a:t>
            </a:r>
            <a:r>
              <a:rPr b="0" i="0" lang="en-US" sz="1400" u="none" cap="none" strike="noStrike">
                <a:solidFill>
                  <a:srgbClr val="404040"/>
                </a:solidFill>
                <a:latin typeface="Arial"/>
                <a:ea typeface="Arial"/>
                <a:cs typeface="Arial"/>
                <a:sym typeface="Arial"/>
              </a:rPr>
              <a:t> was </a:t>
            </a:r>
            <a:r>
              <a:rPr b="0" i="0" lang="en-US" sz="1400" u="none" cap="none" strike="noStrike">
                <a:solidFill>
                  <a:srgbClr val="000000"/>
                </a:solidFill>
                <a:latin typeface="Arial"/>
                <a:ea typeface="Arial"/>
                <a:cs typeface="Arial"/>
                <a:sym typeface="Arial"/>
              </a:rPr>
              <a:t>[[2., 2.], [2., 2.]]</a:t>
            </a:r>
            <a:r>
              <a:rPr b="0" i="0" lang="en-US" sz="1400" u="none" cap="none" strike="noStrike">
                <a:solidFill>
                  <a:srgbClr val="404040"/>
                </a:solidFill>
                <a:latin typeface="Arial"/>
                <a:ea typeface="Arial"/>
                <a:cs typeface="Arial"/>
                <a:sym typeface="Arial"/>
              </a:rPr>
              <a:t>, then:</a:t>
            </a:r>
            <a:endParaRPr b="0" i="0" sz="1400" u="none" cap="none" strike="noStrike">
              <a:solidFill>
                <a:srgbClr val="000000"/>
              </a:solidFill>
              <a:latin typeface="Arial"/>
              <a:ea typeface="Arial"/>
              <a:cs typeface="Arial"/>
              <a:sym typeface="Arial"/>
            </a:endParaRPr>
          </a:p>
        </p:txBody>
      </p:sp>
      <p:sp>
        <p:nvSpPr>
          <p:cNvPr id="87" name="Google Shape;87;p33"/>
          <p:cNvSpPr txBox="1"/>
          <p:nvPr/>
        </p:nvSpPr>
        <p:spPr>
          <a:xfrm>
            <a:off x="2960866" y="3717324"/>
            <a:ext cx="4647536" cy="30777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 = [[2*2, 2*2], [2*2, 2*2]] = [[4., 4.], [4., 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4"/>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86805"/>
              <a:buNone/>
            </a:pPr>
            <a:r>
              <a:rPr i="0" lang="en-US" sz="3200" u="none" strike="noStrike">
                <a:solidFill>
                  <a:srgbClr val="7030A0"/>
                </a:solidFill>
                <a:latin typeface="Inter"/>
                <a:ea typeface="Inter"/>
                <a:cs typeface="Inter"/>
                <a:sym typeface="Inter"/>
              </a:rPr>
              <a:t>Key Concepts of Tensors Creation</a:t>
            </a: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93" name="Google Shape;93;p34"/>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 name="Google Shape;94;p34"/>
          <p:cNvSpPr txBox="1"/>
          <p:nvPr/>
        </p:nvSpPr>
        <p:spPr>
          <a:xfrm>
            <a:off x="4846816" y="1774708"/>
            <a:ext cx="3210338" cy="584775"/>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print(b)  # Shows [[1., 1.], [1., 1.]]</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print(d)  # Shows [[2., 2.], [2., 2.]]</a:t>
            </a:r>
            <a:endParaRPr b="0" i="0" sz="1600" u="none" cap="none" strike="noStrike">
              <a:solidFill>
                <a:srgbClr val="000000"/>
              </a:solidFill>
              <a:latin typeface="Arial"/>
              <a:ea typeface="Arial"/>
              <a:cs typeface="Arial"/>
              <a:sym typeface="Arial"/>
            </a:endParaRPr>
          </a:p>
        </p:txBody>
      </p:sp>
      <p:sp>
        <p:nvSpPr>
          <p:cNvPr id="95" name="Google Shape;95;p34"/>
          <p:cNvSpPr txBox="1"/>
          <p:nvPr/>
        </p:nvSpPr>
        <p:spPr>
          <a:xfrm>
            <a:off x="153062" y="753893"/>
            <a:ext cx="6213943" cy="14388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404040"/>
                </a:solidFill>
                <a:latin typeface="Arial"/>
                <a:ea typeface="Arial"/>
                <a:cs typeface="Arial"/>
                <a:sym typeface="Arial"/>
              </a:rPr>
              <a:t>Eager Execution</a:t>
            </a:r>
            <a:endParaRPr b="0" i="0" sz="1600" u="none" cap="none" strike="noStrike">
              <a:solidFill>
                <a:srgbClr val="404040"/>
              </a:solidFill>
              <a:latin typeface="Arial"/>
              <a:ea typeface="Arial"/>
              <a:cs typeface="Arial"/>
              <a:sym typeface="Arial"/>
            </a:endParaRPr>
          </a:p>
          <a:p>
            <a:pPr indent="-285750" lvl="0" marL="285750" marR="0" rtl="0" algn="l">
              <a:lnSpc>
                <a:spcPct val="100000"/>
              </a:lnSpc>
              <a:spcBef>
                <a:spcPts val="600"/>
              </a:spcBef>
              <a:spcAft>
                <a:spcPts val="0"/>
              </a:spcAft>
              <a:buClr>
                <a:srgbClr val="000000"/>
              </a:buClr>
              <a:buSzPts val="1600"/>
              <a:buFont typeface="Noto Sans Symbols"/>
              <a:buChar char="⮚"/>
            </a:pPr>
            <a:r>
              <a:rPr b="0" i="0" lang="en-US" sz="1600" u="none" cap="none" strike="noStrike">
                <a:solidFill>
                  <a:srgbClr val="404040"/>
                </a:solidFill>
                <a:latin typeface="Arial"/>
                <a:ea typeface="Arial"/>
                <a:cs typeface="Arial"/>
                <a:sym typeface="Arial"/>
              </a:rPr>
              <a:t>Unlike older TensorFlow versions (where you had to build a computational graph first), operations run immediately (like NumPy).</a:t>
            </a:r>
            <a:endParaRPr/>
          </a:p>
          <a:p>
            <a:pPr indent="-285750" lvl="0" marL="285750" marR="0" rtl="0" algn="l">
              <a:lnSpc>
                <a:spcPct val="100000"/>
              </a:lnSpc>
              <a:spcBef>
                <a:spcPts val="300"/>
              </a:spcBef>
              <a:spcAft>
                <a:spcPts val="0"/>
              </a:spcAft>
              <a:buClr>
                <a:srgbClr val="000000"/>
              </a:buClr>
              <a:buSzPts val="1600"/>
              <a:buFont typeface="Noto Sans Symbols"/>
              <a:buChar char="⮚"/>
            </a:pPr>
            <a:r>
              <a:rPr b="0" i="0" lang="en-US" sz="1600" u="none" cap="none" strike="noStrike">
                <a:solidFill>
                  <a:srgbClr val="404040"/>
                </a:solidFill>
                <a:latin typeface="Arial"/>
                <a:ea typeface="Arial"/>
                <a:cs typeface="Arial"/>
                <a:sym typeface="Arial"/>
              </a:rPr>
              <a:t>You can print intermediate results at any time:</a:t>
            </a:r>
            <a:endParaRPr/>
          </a:p>
        </p:txBody>
      </p:sp>
      <p:sp>
        <p:nvSpPr>
          <p:cNvPr id="96" name="Google Shape;96;p34"/>
          <p:cNvSpPr txBox="1"/>
          <p:nvPr/>
        </p:nvSpPr>
        <p:spPr>
          <a:xfrm>
            <a:off x="256429" y="2672168"/>
            <a:ext cx="7345017" cy="23852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404040"/>
                </a:solidFill>
                <a:latin typeface="Arial"/>
                <a:ea typeface="Arial"/>
                <a:cs typeface="Arial"/>
                <a:sym typeface="Arial"/>
              </a:rPr>
              <a:t>Why Tensor operations Matters in Deep Learning</a:t>
            </a: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40404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404040"/>
                </a:solidFill>
                <a:latin typeface="Arial"/>
                <a:ea typeface="Arial"/>
                <a:cs typeface="Arial"/>
                <a:sym typeface="Arial"/>
              </a:rPr>
              <a:t>Neural networks rely heavily on tensor math (matrix multiplications, additions, etc.).</a:t>
            </a:r>
            <a:endParaRPr/>
          </a:p>
          <a:p>
            <a:pPr indent="-285750" lvl="0" marL="285750" marR="0" rtl="0" algn="l">
              <a:lnSpc>
                <a:spcPct val="100000"/>
              </a:lnSpc>
              <a:spcBef>
                <a:spcPts val="300"/>
              </a:spcBef>
              <a:spcAft>
                <a:spcPts val="0"/>
              </a:spcAft>
              <a:buClr>
                <a:srgbClr val="000000"/>
              </a:buClr>
              <a:buSzPts val="1600"/>
              <a:buFont typeface="Noto Sans Symbols"/>
              <a:buChar char="⮚"/>
            </a:pPr>
            <a:r>
              <a:rPr b="0" i="0" lang="en-US" sz="1600" u="none" cap="none" strike="noStrike">
                <a:solidFill>
                  <a:srgbClr val="404040"/>
                </a:solidFill>
                <a:latin typeface="Arial"/>
                <a:ea typeface="Arial"/>
                <a:cs typeface="Arial"/>
                <a:sym typeface="Arial"/>
              </a:rPr>
              <a:t>TensorFlow’s optimized operations speed up training.</a:t>
            </a:r>
            <a:endParaRPr/>
          </a:p>
          <a:p>
            <a:pPr indent="-285750" lvl="0" marL="285750" marR="0" rtl="0" algn="l">
              <a:lnSpc>
                <a:spcPct val="100000"/>
              </a:lnSpc>
              <a:spcBef>
                <a:spcPts val="300"/>
              </a:spcBef>
              <a:spcAft>
                <a:spcPts val="0"/>
              </a:spcAft>
              <a:buClr>
                <a:srgbClr val="000000"/>
              </a:buClr>
              <a:buSzPts val="1600"/>
              <a:buFont typeface="Noto Sans Symbols"/>
              <a:buChar char="⮚"/>
            </a:pPr>
            <a:r>
              <a:rPr b="0" i="0" lang="en-US" sz="1600" u="none" cap="none" strike="noStrike">
                <a:solidFill>
                  <a:srgbClr val="404040"/>
                </a:solidFill>
                <a:latin typeface="Arial"/>
                <a:ea typeface="Arial"/>
                <a:cs typeface="Arial"/>
                <a:sym typeface="Arial"/>
              </a:rPr>
              <a:t>Eager execution makes debugging easier since you can inspect tensors anytime.</a:t>
            </a:r>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5"/>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86805"/>
              <a:buNone/>
            </a:pPr>
            <a:r>
              <a:rPr b="1" i="0" lang="en-US" sz="3200" u="none" strike="noStrike">
                <a:solidFill>
                  <a:srgbClr val="7030A0"/>
                </a:solidFill>
                <a:latin typeface="Arial"/>
                <a:ea typeface="Arial"/>
                <a:cs typeface="Arial"/>
                <a:sym typeface="Arial"/>
              </a:rPr>
              <a:t>Anatomy of a Neural Network:</a:t>
            </a: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02" name="Google Shape;102;p35"/>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35"/>
          <p:cNvSpPr txBox="1"/>
          <p:nvPr/>
        </p:nvSpPr>
        <p:spPr>
          <a:xfrm>
            <a:off x="182880" y="779228"/>
            <a:ext cx="8778240"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 neural network is like a factory:</a:t>
            </a:r>
            <a:endParaRPr/>
          </a:p>
          <a:p>
            <a:pPr indent="-285750" lvl="0" marL="28575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rgbClr val="000000"/>
                </a:solidFill>
                <a:latin typeface="Arial"/>
                <a:ea typeface="Arial"/>
                <a:cs typeface="Arial"/>
                <a:sym typeface="Arial"/>
              </a:rPr>
              <a:t>Input</a:t>
            </a:r>
            <a:r>
              <a:rPr b="0" i="0" lang="en-US" sz="1600" u="none" cap="none" strike="noStrike">
                <a:solidFill>
                  <a:srgbClr val="000000"/>
                </a:solidFill>
                <a:latin typeface="Arial"/>
                <a:ea typeface="Arial"/>
                <a:cs typeface="Arial"/>
                <a:sym typeface="Arial"/>
              </a:rPr>
              <a:t>: Raw material (data).</a:t>
            </a:r>
            <a:endParaRPr/>
          </a:p>
          <a:p>
            <a:pPr indent="-285750" lvl="0" marL="28575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rgbClr val="000000"/>
                </a:solidFill>
                <a:latin typeface="Arial"/>
                <a:ea typeface="Arial"/>
                <a:cs typeface="Arial"/>
                <a:sym typeface="Arial"/>
              </a:rPr>
              <a:t>Hidden layers</a:t>
            </a:r>
            <a:r>
              <a:rPr b="0" i="0" lang="en-US" sz="1600" u="none" cap="none" strike="noStrike">
                <a:solidFill>
                  <a:srgbClr val="000000"/>
                </a:solidFill>
                <a:latin typeface="Arial"/>
                <a:ea typeface="Arial"/>
                <a:cs typeface="Arial"/>
                <a:sym typeface="Arial"/>
              </a:rPr>
              <a:t>: Assembly lines that process the material (extract patterns).</a:t>
            </a:r>
            <a:endParaRPr/>
          </a:p>
          <a:p>
            <a:pPr indent="-285750" lvl="0" marL="28575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rgbClr val="000000"/>
                </a:solidFill>
                <a:latin typeface="Arial"/>
                <a:ea typeface="Arial"/>
                <a:cs typeface="Arial"/>
                <a:sym typeface="Arial"/>
              </a:rPr>
              <a:t>Output</a:t>
            </a:r>
            <a:r>
              <a:rPr b="0" i="0" lang="en-US" sz="1600" u="none" cap="none" strike="noStrike">
                <a:solidFill>
                  <a:srgbClr val="000000"/>
                </a:solidFill>
                <a:latin typeface="Arial"/>
                <a:ea typeface="Arial"/>
                <a:cs typeface="Arial"/>
                <a:sym typeface="Arial"/>
              </a:rPr>
              <a:t>: Final product (prediction).</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It is made of layers of neurons where each neuron passes information to the next layer.</a:t>
            </a:r>
            <a:endParaRPr/>
          </a:p>
          <a:p>
            <a:pPr indent="0" lvl="0" marL="0" marR="0" rtl="0" algn="l">
              <a:lnSpc>
                <a:spcPct val="100000"/>
              </a:lnSpc>
              <a:spcBef>
                <a:spcPts val="0"/>
              </a:spcBef>
              <a:spcAft>
                <a:spcPts val="0"/>
              </a:spcAft>
              <a:buNone/>
            </a:pPr>
            <a:r>
              <a:rPr b="0" i="0" lang="en-US" sz="1600" u="none" cap="none" strike="noStrike">
                <a:solidFill>
                  <a:srgbClr val="404040"/>
                </a:solidFill>
                <a:latin typeface="Arial"/>
                <a:ea typeface="Arial"/>
                <a:cs typeface="Arial"/>
                <a:sym typeface="Arial"/>
              </a:rPr>
              <a:t>Neural networks in Keras (TensorFlow’s high-level API) are built using a structured workflow. Below is a breakdown of each component with examples.</a:t>
            </a:r>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Understanding Core Keras APIs</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Keras gives us an easy way to build and train deep learning models.</a:t>
            </a:r>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Core Keras components</a:t>
            </a:r>
            <a:r>
              <a:rPr b="0" i="0" lang="en-US" sz="1600" u="none" cap="none" strike="noStrike">
                <a:solidFill>
                  <a:srgbClr val="000000"/>
                </a:solidFill>
                <a:latin typeface="Arial"/>
                <a:ea typeface="Arial"/>
                <a:cs typeface="Arial"/>
                <a:sym typeface="Arial"/>
              </a:rPr>
              <a:t>:</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Sequential — build models layer by layer.</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Model — advanced model building (with multiple inputs/outputs).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Layer — the basic building block (Dense, Conv2D, etc.).</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compile() — tell Keras how to learn.</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fit() — start training the model.</a:t>
            </a:r>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6"/>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86805"/>
              <a:buNone/>
            </a:pPr>
            <a:r>
              <a:rPr b="1" i="0" lang="en-US" sz="3200" u="none" strike="noStrike">
                <a:solidFill>
                  <a:srgbClr val="7030A0"/>
                </a:solidFill>
                <a:latin typeface="Arial"/>
                <a:ea typeface="Arial"/>
                <a:cs typeface="Arial"/>
                <a:sym typeface="Arial"/>
              </a:rPr>
              <a:t>1. Layers: The Building Blocks of Deep Learning</a:t>
            </a:r>
            <a:br>
              <a:rPr b="1" i="0" lang="en-US" sz="3200" u="none" strike="noStrike">
                <a:solidFill>
                  <a:srgbClr val="7030A0"/>
                </a:solidFill>
                <a:latin typeface="Arial"/>
                <a:ea typeface="Arial"/>
                <a:cs typeface="Arial"/>
                <a:sym typeface="Arial"/>
              </a:rPr>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09" name="Google Shape;109;p36"/>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36"/>
          <p:cNvSpPr txBox="1"/>
          <p:nvPr/>
        </p:nvSpPr>
        <p:spPr>
          <a:xfrm>
            <a:off x="255155" y="1133953"/>
            <a:ext cx="7696800" cy="304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404040"/>
                </a:solidFill>
                <a:latin typeface="Arial"/>
                <a:ea typeface="Arial"/>
                <a:cs typeface="Arial"/>
                <a:sym typeface="Arial"/>
              </a:rPr>
              <a:t>Layers are the fundamental units of a neural network. Each layer processes input data and passes it to the next layer.</a:t>
            </a:r>
            <a:endParaRPr/>
          </a:p>
          <a:p>
            <a:pPr indent="0" lvl="0" marL="0" marR="0" rtl="0" algn="l">
              <a:lnSpc>
                <a:spcPct val="100000"/>
              </a:lnSpc>
              <a:spcBef>
                <a:spcPts val="0"/>
              </a:spcBef>
              <a:spcAft>
                <a:spcPts val="0"/>
              </a:spcAft>
              <a:buNone/>
            </a:pPr>
            <a:r>
              <a:rPr b="1" i="0" lang="en-US" sz="1600" u="none" cap="none" strike="noStrike">
                <a:solidFill>
                  <a:srgbClr val="404040"/>
                </a:solidFill>
                <a:latin typeface="Arial"/>
                <a:ea typeface="Arial"/>
                <a:cs typeface="Arial"/>
                <a:sym typeface="Arial"/>
              </a:rPr>
              <a:t>Common Layer Types</a:t>
            </a:r>
            <a:endParaRPr/>
          </a:p>
          <a:p>
            <a:pPr indent="-342900" lvl="0" marL="342900" marR="0" rtl="0" algn="l">
              <a:lnSpc>
                <a:spcPct val="100000"/>
              </a:lnSpc>
              <a:spcBef>
                <a:spcPts val="0"/>
              </a:spcBef>
              <a:spcAft>
                <a:spcPts val="0"/>
              </a:spcAft>
              <a:buClr>
                <a:srgbClr val="000000"/>
              </a:buClr>
              <a:buSzPts val="1600"/>
              <a:buFont typeface="Arial"/>
              <a:buAutoNum type="alphaLcPeriod"/>
            </a:pPr>
            <a:r>
              <a:rPr b="1" i="0" lang="en-US" sz="1600" u="none" cap="none" strike="noStrike">
                <a:solidFill>
                  <a:srgbClr val="404040"/>
                </a:solidFill>
                <a:latin typeface="Arial"/>
                <a:ea typeface="Arial"/>
                <a:cs typeface="Arial"/>
                <a:sym typeface="Arial"/>
              </a:rPr>
              <a:t>Dense (Fully Connected) Layer </a:t>
            </a:r>
            <a:r>
              <a:rPr b="0" i="0" lang="en-US" sz="1600" u="none" cap="none" strike="noStrike">
                <a:solidFill>
                  <a:srgbClr val="404040"/>
                </a:solidFill>
                <a:latin typeface="Arial"/>
                <a:ea typeface="Arial"/>
                <a:cs typeface="Arial"/>
                <a:sym typeface="Arial"/>
              </a:rPr>
              <a:t>– Each neuron connects to all inputs.</a:t>
            </a:r>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rgbClr val="404040"/>
                </a:solidFill>
                <a:latin typeface="Arial"/>
                <a:ea typeface="Arial"/>
                <a:cs typeface="Arial"/>
                <a:sym typeface="Arial"/>
              </a:rPr>
              <a:t>b. Convolutional Layer (for images) </a:t>
            </a:r>
            <a:r>
              <a:rPr b="0" i="0" lang="en-US" sz="1600" u="none" cap="none" strike="noStrike">
                <a:solidFill>
                  <a:srgbClr val="404040"/>
                </a:solidFill>
                <a:latin typeface="Arial"/>
                <a:ea typeface="Arial"/>
                <a:cs typeface="Arial"/>
                <a:sym typeface="Arial"/>
              </a:rPr>
              <a:t>– Detects patterns like edges.</a:t>
            </a:r>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p:txBody>
      </p:sp>
      <p:sp>
        <p:nvSpPr>
          <p:cNvPr id="111" name="Google Shape;111;p36"/>
          <p:cNvSpPr txBox="1"/>
          <p:nvPr/>
        </p:nvSpPr>
        <p:spPr>
          <a:xfrm>
            <a:off x="2383404" y="1871317"/>
            <a:ext cx="4647536" cy="738664"/>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from tensorflow.keras import layers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layer = layers.Dense(units=64, activation='relu')  # 64 neurons with ReLU activation</a:t>
            </a:r>
            <a:endParaRPr/>
          </a:p>
        </p:txBody>
      </p:sp>
      <p:sp>
        <p:nvSpPr>
          <p:cNvPr id="112" name="Google Shape;112;p36"/>
          <p:cNvSpPr txBox="1"/>
          <p:nvPr/>
        </p:nvSpPr>
        <p:spPr>
          <a:xfrm>
            <a:off x="2466893" y="3183645"/>
            <a:ext cx="4647536" cy="523220"/>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layer = layers.Conv2D(32, (3, 3), activation='relu')  # 32 filters, each 3x3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7"/>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86805"/>
              <a:buNone/>
            </a:pPr>
            <a:r>
              <a:rPr b="1" i="0" lang="en-US" sz="3200" u="none" strike="noStrike">
                <a:solidFill>
                  <a:srgbClr val="7030A0"/>
                </a:solidFill>
                <a:latin typeface="Arial"/>
                <a:ea typeface="Arial"/>
                <a:cs typeface="Arial"/>
                <a:sym typeface="Arial"/>
              </a:rPr>
              <a:t>1. Layers: The Building Blocks of Deep Learning</a:t>
            </a:r>
            <a:br>
              <a:rPr b="1" i="0" lang="en-US" sz="3200" u="none" strike="noStrike">
                <a:solidFill>
                  <a:srgbClr val="7030A0"/>
                </a:solidFill>
                <a:latin typeface="Arial"/>
                <a:ea typeface="Arial"/>
                <a:cs typeface="Arial"/>
                <a:sym typeface="Arial"/>
              </a:rPr>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18" name="Google Shape;118;p37"/>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 name="Google Shape;119;p37"/>
          <p:cNvSpPr txBox="1"/>
          <p:nvPr/>
        </p:nvSpPr>
        <p:spPr>
          <a:xfrm>
            <a:off x="182880" y="779228"/>
            <a:ext cx="8778240" cy="1877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404040"/>
                </a:solidFill>
                <a:latin typeface="Arial"/>
                <a:ea typeface="Arial"/>
                <a:cs typeface="Arial"/>
                <a:sym typeface="Arial"/>
              </a:rPr>
              <a:t>c. Recurrent Layer (for sequences, e.g., text)</a:t>
            </a:r>
            <a:r>
              <a:rPr b="0" i="0" lang="en-US" sz="1600" u="none" cap="none" strike="noStrike">
                <a:solidFill>
                  <a:srgbClr val="404040"/>
                </a:solidFill>
                <a:latin typeface="Arial"/>
                <a:ea typeface="Arial"/>
                <a:cs typeface="Arial"/>
                <a:sym typeface="Arial"/>
              </a:rPr>
              <a:t> – Processes data in sequences.</a:t>
            </a:r>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0"/>
              </a:spcBef>
              <a:spcAft>
                <a:spcPts val="0"/>
              </a:spcAft>
              <a:buNone/>
            </a:pPr>
            <a:r>
              <a:rPr b="1" i="0" lang="en-US" sz="2000" u="none" cap="none" strike="noStrike">
                <a:solidFill>
                  <a:srgbClr val="404040"/>
                </a:solidFill>
                <a:latin typeface="Arial"/>
                <a:ea typeface="Arial"/>
                <a:cs typeface="Arial"/>
                <a:sym typeface="Arial"/>
              </a:rPr>
              <a:t>Example: Stacking Layers</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
        <p:nvSpPr>
          <p:cNvPr id="120" name="Google Shape;120;p37"/>
          <p:cNvSpPr txBox="1"/>
          <p:nvPr/>
        </p:nvSpPr>
        <p:spPr>
          <a:xfrm>
            <a:off x="2812774" y="1232939"/>
            <a:ext cx="4647536" cy="523220"/>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layer = layers.LSTM(128)  # Long Short-Term Memory layer with 128 units</a:t>
            </a:r>
            <a:endParaRPr/>
          </a:p>
        </p:txBody>
      </p:sp>
      <p:sp>
        <p:nvSpPr>
          <p:cNvPr id="121" name="Google Shape;121;p37"/>
          <p:cNvSpPr txBox="1"/>
          <p:nvPr/>
        </p:nvSpPr>
        <p:spPr>
          <a:xfrm>
            <a:off x="945210" y="2522143"/>
            <a:ext cx="7803212" cy="1169551"/>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model = tf.keras.Sequential([</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layers.Dense(64, activation='relu', input_shape=(784,)),  # Input layer (for 784-dim data)</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layers.Dense(64, activation='relu'),  # Hidden layer</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layers.Dense(10, activation='softmax')  # Output layer (10 classes)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8"/>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86805"/>
              <a:buNone/>
            </a:pPr>
            <a:r>
              <a:rPr b="1" i="0" lang="en-US" sz="3200" u="none" strike="noStrike">
                <a:solidFill>
                  <a:srgbClr val="7030A0"/>
                </a:solidFill>
                <a:latin typeface="Arial"/>
                <a:ea typeface="Arial"/>
                <a:cs typeface="Arial"/>
                <a:sym typeface="Arial"/>
              </a:rPr>
              <a:t>2. From Layers to Models</a:t>
            </a:r>
            <a:br>
              <a:rPr b="1" i="0" lang="en-US" sz="3200" u="none" strike="noStrike">
                <a:solidFill>
                  <a:srgbClr val="404040"/>
                </a:solidFill>
                <a:latin typeface="Arial"/>
                <a:ea typeface="Arial"/>
                <a:cs typeface="Arial"/>
                <a:sym typeface="Arial"/>
              </a:rPr>
            </a:br>
            <a:br>
              <a:rPr b="1" i="0" lang="en-US" sz="3200" u="none" strike="noStrike">
                <a:solidFill>
                  <a:srgbClr val="7030A0"/>
                </a:solidFill>
                <a:latin typeface="Arial"/>
                <a:ea typeface="Arial"/>
                <a:cs typeface="Arial"/>
                <a:sym typeface="Arial"/>
              </a:rPr>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27" name="Google Shape;127;p38"/>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 name="Google Shape;128;p38"/>
          <p:cNvSpPr txBox="1"/>
          <p:nvPr/>
        </p:nvSpPr>
        <p:spPr>
          <a:xfrm>
            <a:off x="119269" y="794340"/>
            <a:ext cx="8778240" cy="2600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04040"/>
                </a:solidFill>
                <a:latin typeface="Arial"/>
                <a:ea typeface="Arial"/>
                <a:cs typeface="Arial"/>
                <a:sym typeface="Arial"/>
              </a:rPr>
              <a:t>A model is a collection of layers that defines how data flows from input to output.</a:t>
            </a:r>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404040"/>
                </a:solidFill>
                <a:latin typeface="Arial"/>
                <a:ea typeface="Arial"/>
                <a:cs typeface="Arial"/>
                <a:sym typeface="Arial"/>
              </a:rPr>
              <a:t>Two Ways to Define a Model</a:t>
            </a:r>
            <a:endParaRPr/>
          </a:p>
          <a:p>
            <a:pPr indent="-101600" lvl="0" marL="0" marR="0" rtl="0" algn="l">
              <a:lnSpc>
                <a:spcPct val="100000"/>
              </a:lnSpc>
              <a:spcBef>
                <a:spcPts val="0"/>
              </a:spcBef>
              <a:spcAft>
                <a:spcPts val="0"/>
              </a:spcAft>
              <a:buClr>
                <a:srgbClr val="000000"/>
              </a:buClr>
              <a:buSzPts val="1600"/>
              <a:buFont typeface="Arial"/>
              <a:buAutoNum type="arabicPeriod"/>
            </a:pPr>
            <a:r>
              <a:rPr b="1" i="0" lang="en-US" sz="1600" u="none" cap="none" strike="noStrike">
                <a:solidFill>
                  <a:srgbClr val="404040"/>
                </a:solidFill>
                <a:latin typeface="Arial"/>
                <a:ea typeface="Arial"/>
                <a:cs typeface="Arial"/>
                <a:sym typeface="Arial"/>
              </a:rPr>
              <a:t>Sequential API</a:t>
            </a:r>
            <a:r>
              <a:rPr b="0" i="0" lang="en-US" sz="1600" u="none" cap="none" strike="noStrike">
                <a:solidFill>
                  <a:srgbClr val="404040"/>
                </a:solidFill>
                <a:latin typeface="Arial"/>
                <a:ea typeface="Arial"/>
                <a:cs typeface="Arial"/>
                <a:sym typeface="Arial"/>
              </a:rPr>
              <a:t> (Linear stack of layers)</a:t>
            </a:r>
            <a:endParaRPr/>
          </a:p>
          <a:p>
            <a:pPr indent="0" lvl="0" marL="0" marR="0" rtl="0" algn="l">
              <a:lnSpc>
                <a:spcPct val="100000"/>
              </a:lnSpc>
              <a:spcBef>
                <a:spcPts val="300"/>
              </a:spcBef>
              <a:spcAft>
                <a:spcPts val="0"/>
              </a:spcAft>
              <a:buClr>
                <a:srgbClr val="000000"/>
              </a:buClr>
              <a:buSzPts val="1600"/>
              <a:buFont typeface="Arial"/>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t/>
            </a:r>
            <a:endParaRPr b="0" i="0" sz="1600" u="none" cap="none" strike="noStrike">
              <a:solidFill>
                <a:srgbClr val="404040"/>
              </a:solidFill>
              <a:latin typeface="Arial"/>
              <a:ea typeface="Arial"/>
              <a:cs typeface="Arial"/>
              <a:sym typeface="Arial"/>
            </a:endParaRPr>
          </a:p>
          <a:p>
            <a:pPr indent="-127000" lvl="0" marL="0" marR="0" rtl="0" algn="l">
              <a:lnSpc>
                <a:spcPct val="100000"/>
              </a:lnSpc>
              <a:spcBef>
                <a:spcPts val="300"/>
              </a:spcBef>
              <a:spcAft>
                <a:spcPts val="0"/>
              </a:spcAft>
              <a:buClr>
                <a:srgbClr val="000000"/>
              </a:buClr>
              <a:buSzPts val="2000"/>
              <a:buFont typeface="Arial"/>
              <a:buAutoNum type="arabicPeriod"/>
            </a:pPr>
            <a:r>
              <a:rPr b="1" i="0" lang="en-US" sz="2000" u="none" cap="none" strike="noStrike">
                <a:solidFill>
                  <a:srgbClr val="404040"/>
                </a:solidFill>
                <a:latin typeface="Arial"/>
                <a:ea typeface="Arial"/>
                <a:cs typeface="Arial"/>
                <a:sym typeface="Arial"/>
              </a:rPr>
              <a:t>Functional API</a:t>
            </a:r>
            <a:r>
              <a:rPr b="0" i="0" lang="en-US" sz="2000" u="none" cap="none" strike="noStrike">
                <a:solidFill>
                  <a:srgbClr val="404040"/>
                </a:solidFill>
                <a:latin typeface="Arial"/>
                <a:ea typeface="Arial"/>
                <a:cs typeface="Arial"/>
                <a:sym typeface="Arial"/>
              </a:rPr>
              <a:t> (For complex architectures, e.g., multiple inputs/outputs)</a:t>
            </a:r>
            <a:endParaRPr b="0" i="0" sz="1600" u="none" cap="none" strike="noStrike">
              <a:solidFill>
                <a:srgbClr val="404040"/>
              </a:solidFill>
              <a:latin typeface="Arial"/>
              <a:ea typeface="Arial"/>
              <a:cs typeface="Arial"/>
              <a:sym typeface="Arial"/>
            </a:endParaRPr>
          </a:p>
          <a:p>
            <a:pPr indent="0" lvl="0" marL="0" marR="0" rtl="0" algn="l">
              <a:lnSpc>
                <a:spcPct val="100000"/>
              </a:lnSpc>
              <a:spcBef>
                <a:spcPts val="300"/>
              </a:spcBef>
              <a:spcAft>
                <a:spcPts val="0"/>
              </a:spcAft>
              <a:buNone/>
            </a:pPr>
            <a:r>
              <a:t/>
            </a:r>
            <a:endParaRPr b="1" i="0" sz="1600" u="none" cap="none" strike="noStrike">
              <a:solidFill>
                <a:srgbClr val="404040"/>
              </a:solidFill>
              <a:latin typeface="Arial"/>
              <a:ea typeface="Arial"/>
              <a:cs typeface="Arial"/>
              <a:sym typeface="Arial"/>
            </a:endParaRPr>
          </a:p>
        </p:txBody>
      </p:sp>
      <p:sp>
        <p:nvSpPr>
          <p:cNvPr id="129" name="Google Shape;129;p38"/>
          <p:cNvSpPr txBox="1"/>
          <p:nvPr/>
        </p:nvSpPr>
        <p:spPr>
          <a:xfrm>
            <a:off x="2745188" y="1617643"/>
            <a:ext cx="4647536" cy="95410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model = tf.keras.Sequential([</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layers.Dense(64, activation='relu'),</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layers.Dense(10, activation='softmax')</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p:txBody>
      </p:sp>
      <p:sp>
        <p:nvSpPr>
          <p:cNvPr id="130" name="Google Shape;130;p38"/>
          <p:cNvSpPr txBox="1"/>
          <p:nvPr/>
        </p:nvSpPr>
        <p:spPr>
          <a:xfrm>
            <a:off x="2673627" y="3263698"/>
            <a:ext cx="4647536" cy="954107"/>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inputs = tf.keras.Input(shape=(784,))</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x = layers.Dense(64, activation='relu')(inputs)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outputs = layers.Dense(10, activation='softmax')(x)</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model = tf.keras.Model(inputs=inputs, outputs=outputs)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9"/>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99206"/>
              <a:buNone/>
            </a:pPr>
            <a:r>
              <a:rPr b="1" lang="en-US" sz="2800">
                <a:latin typeface="Arial"/>
                <a:ea typeface="Arial"/>
                <a:cs typeface="Arial"/>
                <a:sym typeface="Arial"/>
              </a:rPr>
              <a:t>3. Compile Step: Configuring the Learning Process</a:t>
            </a:r>
            <a:br>
              <a:rPr b="1" lang="en-US" sz="2800">
                <a:latin typeface="Arial"/>
                <a:ea typeface="Arial"/>
                <a:cs typeface="Arial"/>
                <a:sym typeface="Arial"/>
              </a:rPr>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36" name="Google Shape;136;p39"/>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39"/>
          <p:cNvSpPr txBox="1"/>
          <p:nvPr/>
        </p:nvSpPr>
        <p:spPr>
          <a:xfrm>
            <a:off x="182879" y="779228"/>
            <a:ext cx="8770289" cy="51398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1C1C1C"/>
                </a:solidFill>
                <a:latin typeface="Helvetica Neue"/>
                <a:ea typeface="Helvetica Neue"/>
                <a:cs typeface="Helvetica Neue"/>
                <a:sym typeface="Helvetica Neue"/>
              </a:rPr>
              <a:t>Once the model architecture is defined, you still have to choose three more things:</a:t>
            </a:r>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C1C1C"/>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1C1C1C"/>
                </a:solidFill>
                <a:latin typeface="Helvetica Neue"/>
                <a:ea typeface="Helvetica Neue"/>
                <a:cs typeface="Helvetica Neue"/>
                <a:sym typeface="Helvetica Neue"/>
              </a:rPr>
              <a:t>Loss function (objective function)—</a:t>
            </a:r>
            <a:r>
              <a:rPr b="0" i="0" lang="en-US" sz="2000" u="none" cap="none" strike="noStrike">
                <a:solidFill>
                  <a:srgbClr val="1C1C1C"/>
                </a:solidFill>
                <a:latin typeface="Helvetica Neue"/>
                <a:ea typeface="Helvetica Neue"/>
                <a:cs typeface="Helvetica Neue"/>
                <a:sym typeface="Helvetica Neue"/>
              </a:rPr>
              <a:t>The quantity that will be minimized during training. It represents a measure of success for the task at hand.</a:t>
            </a:r>
            <a:endParaRPr/>
          </a:p>
          <a:p>
            <a:pPr indent="-457200" lvl="0" marL="45720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1C1C1C"/>
                </a:solidFill>
                <a:latin typeface="Helvetica Neue"/>
                <a:ea typeface="Helvetica Neue"/>
                <a:cs typeface="Helvetica Neue"/>
                <a:sym typeface="Helvetica Neue"/>
              </a:rPr>
              <a:t>Optimizer</a:t>
            </a:r>
            <a:r>
              <a:rPr b="0" i="0" lang="en-US" sz="2000" u="none" cap="none" strike="noStrike">
                <a:solidFill>
                  <a:srgbClr val="1C1C1C"/>
                </a:solidFill>
                <a:latin typeface="Helvetica Neue"/>
                <a:ea typeface="Helvetica Neue"/>
                <a:cs typeface="Helvetica Neue"/>
                <a:sym typeface="Helvetica Neue"/>
              </a:rPr>
              <a:t>—Determines how the network will be updated based on the loss function. It implements a specific variant of stochastic gradient descent (SGD).</a:t>
            </a:r>
            <a:endParaRPr/>
          </a:p>
          <a:p>
            <a:pPr indent="-457200" lvl="0" marL="45720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1C1C1C"/>
                </a:solidFill>
                <a:latin typeface="Helvetica Neue"/>
                <a:ea typeface="Helvetica Neue"/>
                <a:cs typeface="Helvetica Neue"/>
                <a:sym typeface="Helvetica Neue"/>
              </a:rPr>
              <a:t>Metrics</a:t>
            </a:r>
            <a:r>
              <a:rPr b="0" i="0" lang="en-US" sz="2000" u="none" cap="none" strike="noStrike">
                <a:solidFill>
                  <a:srgbClr val="1C1C1C"/>
                </a:solidFill>
                <a:latin typeface="Helvetica Neue"/>
                <a:ea typeface="Helvetica Neue"/>
                <a:cs typeface="Helvetica Neue"/>
                <a:sym typeface="Helvetica Neue"/>
              </a:rPr>
              <a:t>—The measures of success you want to monitor during training and validation, such as classification accuracy. Unlike the loss, training will not optimize directly for these metrics. As such, metrics don’t need to be differentiable.</a:t>
            </a:r>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C1C1C"/>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br>
              <a:rPr b="0" i="0" lang="en-US" sz="1600" u="none" cap="none" strike="noStrike">
                <a:solidFill>
                  <a:srgbClr val="000000"/>
                </a:solidFill>
                <a:latin typeface="Arial"/>
                <a:ea typeface="Arial"/>
                <a:cs typeface="Arial"/>
                <a:sym typeface="Arial"/>
              </a:rPr>
            </a:b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0"/>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99206"/>
              <a:buNone/>
            </a:pPr>
            <a:r>
              <a:rPr b="1" lang="en-US" sz="2800">
                <a:latin typeface="Arial"/>
                <a:ea typeface="Arial"/>
                <a:cs typeface="Arial"/>
                <a:sym typeface="Arial"/>
              </a:rPr>
              <a:t>3. Compile Step: Configuring the Learning Process</a:t>
            </a:r>
            <a:br>
              <a:rPr b="1" lang="en-US" sz="2800">
                <a:latin typeface="Arial"/>
                <a:ea typeface="Arial"/>
                <a:cs typeface="Arial"/>
                <a:sym typeface="Arial"/>
              </a:rPr>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43" name="Google Shape;143;p40"/>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40"/>
          <p:cNvSpPr txBox="1"/>
          <p:nvPr/>
        </p:nvSpPr>
        <p:spPr>
          <a:xfrm>
            <a:off x="182880" y="779228"/>
            <a:ext cx="6175248" cy="32932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Before training, you have to tell the model:</a:t>
            </a:r>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What loss to minimize (objective)</a:t>
            </a:r>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Which optimizer to adjust weights</a:t>
            </a:r>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Which metrics to monitor</a:t>
            </a:r>
            <a:endParaRPr/>
          </a:p>
          <a:p>
            <a:pPr indent="0" lvl="0" marL="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you must specify:</a:t>
            </a:r>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Optimizer – How the model updates weights (e.g., 'adam', 'sgd').</a:t>
            </a:r>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Loss Function – How error is measured (e.g., 'categorical_crossentropy' for classification).</a:t>
            </a:r>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Metrics – What to monitor (e.g., 'accuracy').</a:t>
            </a:r>
            <a:endParaRPr/>
          </a:p>
          <a:p>
            <a:pPr indent="0" lvl="0" marL="0" marR="0" rtl="0" algn="l">
              <a:lnSpc>
                <a:spcPct val="100000"/>
              </a:lnSpc>
              <a:spcBef>
                <a:spcPts val="0"/>
              </a:spcBef>
              <a:spcAft>
                <a:spcPts val="0"/>
              </a:spcAft>
              <a:buNone/>
            </a:pPr>
            <a:br>
              <a:rPr b="0" i="0" lang="en-US" sz="1600" u="none" cap="none" strike="noStrike">
                <a:solidFill>
                  <a:srgbClr val="000000"/>
                </a:solidFill>
                <a:latin typeface="Arial"/>
                <a:ea typeface="Arial"/>
                <a:cs typeface="Arial"/>
                <a:sym typeface="Arial"/>
              </a:rPr>
            </a:b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
        <p:nvSpPr>
          <p:cNvPr id="145" name="Google Shape;145;p40"/>
          <p:cNvSpPr txBox="1"/>
          <p:nvPr/>
        </p:nvSpPr>
        <p:spPr>
          <a:xfrm>
            <a:off x="471115" y="3337819"/>
            <a:ext cx="7034916" cy="1169551"/>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model.compile(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optimizer='adam',  # Adaptive learning rate optimizer</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loss='sparse_categorical_crossentropy',  # For integer labels (e.g., 0, 1, 2)</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metrics=['accuracy']  # Tracks % of correct predictions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41"/>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99206"/>
              <a:buNone/>
            </a:pPr>
            <a:r>
              <a:rPr b="1" lang="en-US" sz="2800">
                <a:latin typeface="Arial"/>
                <a:ea typeface="Arial"/>
                <a:cs typeface="Arial"/>
                <a:sym typeface="Arial"/>
              </a:rPr>
              <a:t>3. Compile Step: Configuring the Learning Process</a:t>
            </a:r>
            <a:br>
              <a:rPr b="1" lang="en-US" sz="2800">
                <a:latin typeface="Arial"/>
                <a:ea typeface="Arial"/>
                <a:cs typeface="Arial"/>
                <a:sym typeface="Arial"/>
              </a:rPr>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51" name="Google Shape;151;p41"/>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41"/>
          <p:cNvSpPr txBox="1"/>
          <p:nvPr/>
        </p:nvSpPr>
        <p:spPr>
          <a:xfrm>
            <a:off x="182880" y="779228"/>
            <a:ext cx="6175248"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br>
              <a:rPr b="0" i="0" lang="en-US" sz="1600" u="none" cap="none" strike="noStrike">
                <a:solidFill>
                  <a:srgbClr val="000000"/>
                </a:solidFill>
                <a:latin typeface="Arial"/>
                <a:ea typeface="Arial"/>
                <a:cs typeface="Arial"/>
                <a:sym typeface="Arial"/>
              </a:rPr>
            </a:b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graphicFrame>
        <p:nvGraphicFramePr>
          <p:cNvPr id="153" name="Google Shape;153;p41"/>
          <p:cNvGraphicFramePr/>
          <p:nvPr/>
        </p:nvGraphicFramePr>
        <p:xfrm>
          <a:off x="834888" y="868238"/>
          <a:ext cx="3000000" cy="3000000"/>
        </p:xfrm>
        <a:graphic>
          <a:graphicData uri="http://schemas.openxmlformats.org/drawingml/2006/table">
            <a:tbl>
              <a:tblPr bandRow="1" firstRow="1">
                <a:gradFill>
                  <a:gsLst>
                    <a:gs pos="0">
                      <a:srgbClr val="9CE7F5"/>
                    </a:gs>
                    <a:gs pos="35000">
                      <a:srgbClr val="BBEAF6"/>
                    </a:gs>
                    <a:gs pos="100000">
                      <a:srgbClr val="E4F9FC"/>
                    </a:gs>
                  </a:gsLst>
                  <a:lin ang="16200000" scaled="0"/>
                </a:gradFill>
                <a:tableStyleId>{26FD1F76-BC21-409C-A7EB-9854E62C6D14}</a:tableStyleId>
              </a:tblPr>
              <a:tblGrid>
                <a:gridCol w="1963975"/>
                <a:gridCol w="3130175"/>
                <a:gridCol w="2547075"/>
              </a:tblGrid>
              <a:tr h="370850">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Optimizers</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Loss </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Metreics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rgbClr val="000000"/>
                          </a:solidFill>
                        </a:rPr>
                        <a:t>SGD (with or without momentum)</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CategoricalCrossentropy</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CategoricalAccuracy</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rgbClr val="000000"/>
                          </a:solidFill>
                        </a:rPr>
                        <a:t>RMSprop</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SparseCategoricalCrossentropy</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SparseCategoricalAccuracy</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rgbClr val="000000"/>
                          </a:solidFill>
                        </a:rPr>
                        <a:t>Adam</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BinaryCrossentropy</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BinaryAccuracy</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rgbClr val="000000"/>
                          </a:solidFill>
                        </a:rPr>
                        <a:t>Adagrad</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MeanSquaredError</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AUC</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KLDivergence</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0" lang="en-US" sz="1400" u="none" cap="none" strike="noStrike">
                          <a:solidFill>
                            <a:srgbClr val="000000"/>
                          </a:solidFill>
                        </a:rPr>
                        <a:t>Precision</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rgbClr val="000000"/>
                          </a:solidFill>
                        </a:rPr>
                        <a:t>CosineSimilarity</a:t>
                      </a:r>
                      <a:endParaRPr b="0" sz="1400" u="none" cap="none" strike="noStrike">
                        <a:solidFill>
                          <a:srgbClr val="000000"/>
                        </a:solidFill>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rgbClr val="000000"/>
                          </a:solidFill>
                        </a:rPr>
                        <a:t>Recall</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42"/>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99206"/>
              <a:buNone/>
            </a:pPr>
            <a:r>
              <a:rPr b="1" lang="en-US" sz="2800"/>
              <a:t>4. Picking a Loss Function</a:t>
            </a:r>
            <a:br>
              <a:rPr b="1" lang="en-US" sz="2800"/>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59" name="Google Shape;159;p42"/>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42"/>
          <p:cNvSpPr txBox="1"/>
          <p:nvPr/>
        </p:nvSpPr>
        <p:spPr>
          <a:xfrm>
            <a:off x="182879" y="779228"/>
            <a:ext cx="784793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C1C1C"/>
                </a:solidFill>
                <a:latin typeface="Helvetica Neue"/>
                <a:ea typeface="Helvetica Neue"/>
                <a:cs typeface="Helvetica Neue"/>
                <a:sym typeface="Helvetica Neue"/>
              </a:rPr>
              <a:t>Choosing the right loss function for the right problem is extremely important: your</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C1C1C"/>
                </a:solidFill>
                <a:latin typeface="Helvetica Neue"/>
                <a:ea typeface="Helvetica Neue"/>
                <a:cs typeface="Helvetica Neue"/>
                <a:sym typeface="Helvetica Neue"/>
              </a:rPr>
              <a:t>network will take any shortcut it can to minimize the loss, so if the objective doesn’t</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C1C1C"/>
                </a:solidFill>
                <a:latin typeface="Helvetica Neue"/>
                <a:ea typeface="Helvetica Neue"/>
                <a:cs typeface="Helvetica Neue"/>
                <a:sym typeface="Helvetica Neue"/>
              </a:rPr>
              <a:t>fully correlate with success for the task at hand, your network will end up doing</a:t>
            </a:r>
            <a:endParaRPr/>
          </a:p>
          <a:p>
            <a:pPr indent="0" lvl="0" marL="0" marR="0" rtl="0" algn="l">
              <a:lnSpc>
                <a:spcPct val="100000"/>
              </a:lnSpc>
              <a:spcBef>
                <a:spcPts val="0"/>
              </a:spcBef>
              <a:spcAft>
                <a:spcPts val="0"/>
              </a:spcAft>
              <a:buNone/>
            </a:pPr>
            <a:r>
              <a:rPr b="0" i="0" lang="en-US" sz="1600" u="none" cap="none" strike="noStrike">
                <a:solidFill>
                  <a:srgbClr val="1C1C1C"/>
                </a:solidFill>
                <a:latin typeface="Helvetica Neue"/>
                <a:ea typeface="Helvetica Neue"/>
                <a:cs typeface="Helvetica Neue"/>
                <a:sym typeface="Helvetica Neue"/>
              </a:rPr>
              <a:t>things you may not have wanted.</a:t>
            </a:r>
            <a:endParaRPr/>
          </a:p>
          <a:p>
            <a:pPr indent="0" lvl="0" marL="0" marR="0" rtl="0" algn="l">
              <a:lnSpc>
                <a:spcPct val="100000"/>
              </a:lnSpc>
              <a:spcBef>
                <a:spcPts val="0"/>
              </a:spcBef>
              <a:spcAft>
                <a:spcPts val="0"/>
              </a:spcAft>
              <a:buNone/>
            </a:pPr>
            <a:r>
              <a:rPr b="0" i="0" lang="en-US" sz="1600" u="none" cap="none" strike="noStrike">
                <a:solidFill>
                  <a:srgbClr val="1C1C1C"/>
                </a:solidFill>
                <a:latin typeface="Helvetica Neue"/>
                <a:ea typeface="Helvetica Neue"/>
                <a:cs typeface="Helvetica Neue"/>
                <a:sym typeface="Helvetica Neue"/>
              </a:rPr>
              <a:t>The loss function tells the model how wrong its predictions are.</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Choosing loss depends on the problem:</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graphicFrame>
        <p:nvGraphicFramePr>
          <p:cNvPr id="161" name="Google Shape;161;p42"/>
          <p:cNvGraphicFramePr/>
          <p:nvPr/>
        </p:nvGraphicFramePr>
        <p:xfrm>
          <a:off x="311150" y="2498228"/>
          <a:ext cx="3000000" cy="3000000"/>
        </p:xfrm>
        <a:graphic>
          <a:graphicData uri="http://schemas.openxmlformats.org/drawingml/2006/table">
            <a:tbl>
              <a:tblPr>
                <a:noFill/>
                <a:tableStyleId>{26FD1F76-BC21-409C-A7EB-9854E62C6D14}</a:tableStyleId>
              </a:tblPr>
              <a:tblGrid>
                <a:gridCol w="2806950"/>
                <a:gridCol w="2857375"/>
                <a:gridCol w="2857375"/>
              </a:tblGrid>
              <a:tr h="177800">
                <a:tc>
                  <a:txBody>
                    <a:bodyPr/>
                    <a:lstStyle/>
                    <a:p>
                      <a:pPr indent="0" lvl="0" marL="0" marR="0" rtl="0" algn="l">
                        <a:lnSpc>
                          <a:spcPct val="100000"/>
                        </a:lnSpc>
                        <a:spcBef>
                          <a:spcPts val="0"/>
                        </a:spcBef>
                        <a:spcAft>
                          <a:spcPts val="0"/>
                        </a:spcAft>
                        <a:buNone/>
                      </a:pPr>
                      <a:r>
                        <a:rPr b="1" lang="en-US" sz="1400" u="none" cap="none" strike="noStrike"/>
                        <a:t>Problem Type</a:t>
                      </a:r>
                      <a:endParaRPr/>
                    </a:p>
                  </a:txBody>
                  <a:tcPr marT="95250" marB="95250" marR="95250" marL="91450" anchor="ctr"/>
                </a:tc>
                <a:tc>
                  <a:txBody>
                    <a:bodyPr/>
                    <a:lstStyle/>
                    <a:p>
                      <a:pPr indent="0" lvl="0" marL="0" marR="0" rtl="0" algn="l">
                        <a:lnSpc>
                          <a:spcPct val="100000"/>
                        </a:lnSpc>
                        <a:spcBef>
                          <a:spcPts val="0"/>
                        </a:spcBef>
                        <a:spcAft>
                          <a:spcPts val="0"/>
                        </a:spcAft>
                        <a:buNone/>
                      </a:pPr>
                      <a:r>
                        <a:rPr b="1" lang="en-US" sz="1400" u="none" cap="none" strike="noStrike"/>
                        <a:t>Loss Function</a:t>
                      </a:r>
                      <a:endParaRPr/>
                    </a:p>
                  </a:txBody>
                  <a:tcPr marT="95250" marB="95250" marR="95250" marL="95250" anchor="ctr"/>
                </a:tc>
                <a:tc>
                  <a:txBody>
                    <a:bodyPr/>
                    <a:lstStyle/>
                    <a:p>
                      <a:pPr indent="0" lvl="0" marL="0" marR="0" rtl="0" algn="l">
                        <a:lnSpc>
                          <a:spcPct val="100000"/>
                        </a:lnSpc>
                        <a:spcBef>
                          <a:spcPts val="0"/>
                        </a:spcBef>
                        <a:spcAft>
                          <a:spcPts val="0"/>
                        </a:spcAft>
                        <a:buNone/>
                      </a:pPr>
                      <a:r>
                        <a:rPr b="1" lang="en-US" sz="1400" u="none" cap="none" strike="noStrike"/>
                        <a:t>Example Use Case</a:t>
                      </a:r>
                      <a:endParaRPr/>
                    </a:p>
                  </a:txBody>
                  <a:tcPr marT="95250" marB="95250" marR="95250" marL="95250" anchor="ctr"/>
                </a:tc>
              </a:tr>
              <a:tr h="177800">
                <a:tc>
                  <a:txBody>
                    <a:bodyPr/>
                    <a:lstStyle/>
                    <a:p>
                      <a:pPr indent="0" lvl="0" marL="0" marR="0" rtl="0" algn="l">
                        <a:lnSpc>
                          <a:spcPct val="100000"/>
                        </a:lnSpc>
                        <a:spcBef>
                          <a:spcPts val="0"/>
                        </a:spcBef>
                        <a:spcAft>
                          <a:spcPts val="0"/>
                        </a:spcAft>
                        <a:buNone/>
                      </a:pPr>
                      <a:r>
                        <a:rPr lang="en-US" sz="1400" u="none" cap="none" strike="noStrike"/>
                        <a:t>Binary Classification</a:t>
                      </a:r>
                      <a:endParaRPr/>
                    </a:p>
                  </a:txBody>
                  <a:tcPr marT="95250" marB="95250" marR="95250" marL="91450" anchor="ctr"/>
                </a:tc>
                <a:tc>
                  <a:txBody>
                    <a:bodyPr/>
                    <a:lstStyle/>
                    <a:p>
                      <a:pPr indent="0" lvl="0" marL="0" marR="0" rtl="0" algn="l">
                        <a:lnSpc>
                          <a:spcPct val="100000"/>
                        </a:lnSpc>
                        <a:spcBef>
                          <a:spcPts val="0"/>
                        </a:spcBef>
                        <a:spcAft>
                          <a:spcPts val="0"/>
                        </a:spcAft>
                        <a:buNone/>
                      </a:pPr>
                      <a:r>
                        <a:rPr lang="en-US" sz="1400" u="none" cap="none" strike="noStrike"/>
                        <a:t>binary_crossentropy</a:t>
                      </a:r>
                      <a:endParaRPr/>
                    </a:p>
                  </a:txBody>
                  <a:tcPr marT="95250" marB="95250" marR="95250" marL="95250" anchor="ctr"/>
                </a:tc>
                <a:tc>
                  <a:txBody>
                    <a:bodyPr/>
                    <a:lstStyle/>
                    <a:p>
                      <a:pPr indent="0" lvl="0" marL="0" marR="0" rtl="0" algn="l">
                        <a:lnSpc>
                          <a:spcPct val="100000"/>
                        </a:lnSpc>
                        <a:spcBef>
                          <a:spcPts val="0"/>
                        </a:spcBef>
                        <a:spcAft>
                          <a:spcPts val="0"/>
                        </a:spcAft>
                        <a:buNone/>
                      </a:pPr>
                      <a:r>
                        <a:rPr lang="en-US" sz="1400" u="none" cap="none" strike="noStrike"/>
                        <a:t>Cat vs. Dog prediction</a:t>
                      </a:r>
                      <a:endParaRPr/>
                    </a:p>
                  </a:txBody>
                  <a:tcPr marT="95250" marB="95250" marR="95250" marL="95250" anchor="ctr"/>
                </a:tc>
              </a:tr>
              <a:tr h="177800">
                <a:tc>
                  <a:txBody>
                    <a:bodyPr/>
                    <a:lstStyle/>
                    <a:p>
                      <a:pPr indent="0" lvl="0" marL="0" marR="0" rtl="0" algn="l">
                        <a:lnSpc>
                          <a:spcPct val="100000"/>
                        </a:lnSpc>
                        <a:spcBef>
                          <a:spcPts val="0"/>
                        </a:spcBef>
                        <a:spcAft>
                          <a:spcPts val="0"/>
                        </a:spcAft>
                        <a:buNone/>
                      </a:pPr>
                      <a:r>
                        <a:rPr lang="en-US" sz="1400" u="none" cap="none" strike="noStrike"/>
                        <a:t>Multi-class Classification</a:t>
                      </a:r>
                      <a:endParaRPr/>
                    </a:p>
                  </a:txBody>
                  <a:tcPr marT="95250" marB="95250" marR="95250" marL="91450" anchor="ctr"/>
                </a:tc>
                <a:tc>
                  <a:txBody>
                    <a:bodyPr/>
                    <a:lstStyle/>
                    <a:p>
                      <a:pPr indent="0" lvl="0" marL="0" marR="0" rtl="0" algn="l">
                        <a:lnSpc>
                          <a:spcPct val="100000"/>
                        </a:lnSpc>
                        <a:spcBef>
                          <a:spcPts val="0"/>
                        </a:spcBef>
                        <a:spcAft>
                          <a:spcPts val="0"/>
                        </a:spcAft>
                        <a:buNone/>
                      </a:pPr>
                      <a:r>
                        <a:rPr lang="en-US" sz="1400" u="none" cap="none" strike="noStrike"/>
                        <a:t>categorical_crossentropy</a:t>
                      </a:r>
                      <a:endParaRPr/>
                    </a:p>
                  </a:txBody>
                  <a:tcPr marT="95250" marB="95250" marR="95250" marL="95250" anchor="ctr"/>
                </a:tc>
                <a:tc>
                  <a:txBody>
                    <a:bodyPr/>
                    <a:lstStyle/>
                    <a:p>
                      <a:pPr indent="0" lvl="0" marL="0" marR="0" rtl="0" algn="l">
                        <a:lnSpc>
                          <a:spcPct val="100000"/>
                        </a:lnSpc>
                        <a:spcBef>
                          <a:spcPts val="0"/>
                        </a:spcBef>
                        <a:spcAft>
                          <a:spcPts val="0"/>
                        </a:spcAft>
                        <a:buNone/>
                      </a:pPr>
                      <a:r>
                        <a:rPr lang="en-US" sz="1400" u="none" cap="none" strike="noStrike"/>
                        <a:t>MNIST digit classification</a:t>
                      </a:r>
                      <a:endParaRPr/>
                    </a:p>
                  </a:txBody>
                  <a:tcPr marT="95250" marB="95250" marR="95250" marL="95250" anchor="ctr"/>
                </a:tc>
              </a:tr>
              <a:tr h="177800">
                <a:tc>
                  <a:txBody>
                    <a:bodyPr/>
                    <a:lstStyle/>
                    <a:p>
                      <a:pPr indent="0" lvl="0" marL="0" marR="0" rtl="0" algn="l">
                        <a:lnSpc>
                          <a:spcPct val="100000"/>
                        </a:lnSpc>
                        <a:spcBef>
                          <a:spcPts val="0"/>
                        </a:spcBef>
                        <a:spcAft>
                          <a:spcPts val="0"/>
                        </a:spcAft>
                        <a:buNone/>
                      </a:pPr>
                      <a:r>
                        <a:rPr lang="en-US" sz="1400" u="none" cap="none" strike="noStrike"/>
                        <a:t>Regression</a:t>
                      </a:r>
                      <a:endParaRPr/>
                    </a:p>
                  </a:txBody>
                  <a:tcPr marT="95250" marB="95250" marR="95250" marL="91450" anchor="ctr"/>
                </a:tc>
                <a:tc>
                  <a:txBody>
                    <a:bodyPr/>
                    <a:lstStyle/>
                    <a:p>
                      <a:pPr indent="0" lvl="0" marL="0" marR="0" rtl="0" algn="l">
                        <a:lnSpc>
                          <a:spcPct val="100000"/>
                        </a:lnSpc>
                        <a:spcBef>
                          <a:spcPts val="0"/>
                        </a:spcBef>
                        <a:spcAft>
                          <a:spcPts val="0"/>
                        </a:spcAft>
                        <a:buNone/>
                      </a:pPr>
                      <a:r>
                        <a:rPr lang="en-US" sz="1400" u="none" cap="none" strike="noStrike"/>
                        <a:t>mean_squared_error (MSE)</a:t>
                      </a:r>
                      <a:endParaRPr/>
                    </a:p>
                  </a:txBody>
                  <a:tcPr marT="95250" marB="95250" marR="95250" marL="95250" anchor="ctr"/>
                </a:tc>
                <a:tc>
                  <a:txBody>
                    <a:bodyPr/>
                    <a:lstStyle/>
                    <a:p>
                      <a:pPr indent="0" lvl="0" marL="0" marR="0" rtl="0" algn="l">
                        <a:lnSpc>
                          <a:spcPct val="100000"/>
                        </a:lnSpc>
                        <a:spcBef>
                          <a:spcPts val="0"/>
                        </a:spcBef>
                        <a:spcAft>
                          <a:spcPts val="0"/>
                        </a:spcAft>
                        <a:buNone/>
                      </a:pPr>
                      <a:r>
                        <a:rPr lang="en-US" sz="1400" u="none" cap="none" strike="noStrike"/>
                        <a:t>Predicting house prices</a:t>
                      </a:r>
                      <a:endParaRPr/>
                    </a:p>
                  </a:txBody>
                  <a:tcPr marT="95250" marB="95250" marR="95250" marL="95250"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3"/>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102880"/>
              <a:buNone/>
            </a:pPr>
            <a:r>
              <a:rPr b="1" lang="en-US" sz="2700"/>
              <a:t>5. Understanding the fit() method</a:t>
            </a:r>
            <a:br>
              <a:rPr b="1" lang="en-US" sz="2700"/>
            </a:br>
            <a:br>
              <a:rPr b="1" lang="en-US" sz="2700"/>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67" name="Google Shape;167;p43"/>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p43"/>
          <p:cNvSpPr txBox="1"/>
          <p:nvPr/>
        </p:nvSpPr>
        <p:spPr>
          <a:xfrm>
            <a:off x="182879" y="779228"/>
            <a:ext cx="8468139" cy="40318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1C1C1C"/>
                </a:solidFill>
                <a:latin typeface="Arial"/>
                <a:ea typeface="Arial"/>
                <a:cs typeface="Arial"/>
                <a:sym typeface="Arial"/>
              </a:rPr>
              <a:t>After compile() comes fit(). The fit() method implements the training loop itself.</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C1C1C"/>
                </a:solidFill>
                <a:latin typeface="Arial"/>
                <a:ea typeface="Arial"/>
                <a:cs typeface="Arial"/>
                <a:sym typeface="Arial"/>
              </a:rPr>
              <a:t>These are its key arguments: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1C1C1C"/>
                </a:solidFill>
                <a:latin typeface="Arial"/>
                <a:ea typeface="Arial"/>
                <a:cs typeface="Arial"/>
                <a:sym typeface="Arial"/>
              </a:rPr>
              <a:t>The data (inputs and targets) to train on. It will typically be passed either in the form of NumPy arrays or a TensorFlow Dataset object. </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1C1C1C"/>
                </a:solidFill>
                <a:latin typeface="Arial"/>
                <a:ea typeface="Arial"/>
                <a:cs typeface="Arial"/>
                <a:sym typeface="Arial"/>
              </a:rPr>
              <a:t>The number of epochs to train for: how many times the training loop should iterate over the data passed.</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1C1C1C"/>
                </a:solidFill>
                <a:latin typeface="Arial"/>
                <a:ea typeface="Arial"/>
                <a:cs typeface="Arial"/>
                <a:sym typeface="Arial"/>
              </a:rPr>
              <a:t>The batch size to use within each epoch of mini-batch gradient descent: the number of training examples considered to compute the gradients for one weight update step.</a:t>
            </a:r>
            <a:endParaRPr/>
          </a:p>
          <a:p>
            <a:pPr indent="0" lvl="0" marL="0" marR="0" rtl="0" algn="l">
              <a:lnSpc>
                <a:spcPct val="100000"/>
              </a:lnSpc>
              <a:spcBef>
                <a:spcPts val="0"/>
              </a:spcBef>
              <a:spcAft>
                <a:spcPts val="0"/>
              </a:spcAft>
              <a:buNone/>
            </a:pPr>
            <a:r>
              <a:rPr b="1" i="0" lang="en-US" sz="1600" u="none" cap="none" strike="noStrike">
                <a:solidFill>
                  <a:srgbClr val="1C1C1C"/>
                </a:solidFill>
                <a:latin typeface="Arial"/>
                <a:ea typeface="Arial"/>
                <a:cs typeface="Arial"/>
                <a:sym typeface="Arial"/>
              </a:rPr>
              <a:t>Key Parameters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1C1C1C"/>
                </a:solidFill>
                <a:latin typeface="Arial"/>
                <a:ea typeface="Arial"/>
                <a:cs typeface="Arial"/>
                <a:sym typeface="Arial"/>
              </a:rPr>
              <a:t>x – Training data (features).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1C1C1C"/>
                </a:solidFill>
                <a:latin typeface="Arial"/>
                <a:ea typeface="Arial"/>
                <a:cs typeface="Arial"/>
                <a:sym typeface="Arial"/>
              </a:rPr>
              <a:t>y – Training labels.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1C1C1C"/>
                </a:solidFill>
                <a:latin typeface="Arial"/>
                <a:ea typeface="Arial"/>
                <a:cs typeface="Arial"/>
                <a:sym typeface="Arial"/>
              </a:rPr>
              <a:t>epochs – Number of passes over the dataset.</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1C1C1C"/>
                </a:solidFill>
                <a:latin typeface="Arial"/>
                <a:ea typeface="Arial"/>
                <a:cs typeface="Arial"/>
                <a:sym typeface="Arial"/>
              </a:rPr>
              <a:t>batch_size – Number of samples per gradient update.</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1C1C1C"/>
                </a:solidFill>
                <a:latin typeface="Arial"/>
                <a:ea typeface="Arial"/>
                <a:cs typeface="Arial"/>
                <a:sym typeface="Arial"/>
              </a:rPr>
              <a:t>validation_data – Used to check performance on unseen data.</a:t>
            </a:r>
            <a:endParaRPr/>
          </a:p>
          <a:p>
            <a:pPr indent="-241300" lvl="0" marL="3429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1C1C1C"/>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44"/>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102880"/>
              <a:buNone/>
            </a:pPr>
            <a:r>
              <a:rPr b="1" lang="en-US" sz="2700"/>
              <a:t>5. Understanding the fit() method</a:t>
            </a:r>
            <a:br>
              <a:rPr b="1" lang="en-US" sz="2700"/>
            </a:br>
            <a:br>
              <a:rPr b="1" lang="en-US" sz="2700"/>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74" name="Google Shape;174;p44"/>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44"/>
          <p:cNvSpPr txBox="1"/>
          <p:nvPr/>
        </p:nvSpPr>
        <p:spPr>
          <a:xfrm>
            <a:off x="182879" y="779228"/>
            <a:ext cx="846813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It does: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Send batches of data to the model</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Calculate loss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Adjust weights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Repeat over multiple epochs</a:t>
            </a:r>
            <a:endParaRPr/>
          </a:p>
          <a:p>
            <a:pPr indent="0" lvl="0" marL="0" marR="0" rtl="0" algn="l">
              <a:lnSpc>
                <a:spcPct val="100000"/>
              </a:lnSpc>
              <a:spcBef>
                <a:spcPts val="0"/>
              </a:spcBef>
              <a:spcAft>
                <a:spcPts val="0"/>
              </a:spcAft>
              <a:buNone/>
            </a:pPr>
            <a:r>
              <a:t/>
            </a:r>
            <a:endParaRPr b="0" i="0" sz="1600" u="none" cap="none" strike="noStrike">
              <a:solidFill>
                <a:srgbClr val="1C1C1C"/>
              </a:solidFill>
              <a:latin typeface="Arial"/>
              <a:ea typeface="Arial"/>
              <a:cs typeface="Arial"/>
              <a:sym typeface="Arial"/>
            </a:endParaRPr>
          </a:p>
        </p:txBody>
      </p:sp>
      <p:sp>
        <p:nvSpPr>
          <p:cNvPr id="176" name="Google Shape;176;p44"/>
          <p:cNvSpPr txBox="1"/>
          <p:nvPr/>
        </p:nvSpPr>
        <p:spPr>
          <a:xfrm>
            <a:off x="765312" y="2352880"/>
            <a:ext cx="7074674" cy="1569660"/>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history = model.fit(</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x_train, y_train,  # Training data</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epochs=10,  # Train for 10 full passes</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batch_size=32,  # Update weights after every 32 samples</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validation_data=(x_val, y_val)  # Check performance on validation set</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5"/>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102880"/>
              <a:buNone/>
            </a:pPr>
            <a:r>
              <a:rPr b="1" lang="en-US" sz="2700"/>
              <a:t>6. Monitoring Loss &amp; Metrics on Validation Data</a:t>
            </a:r>
            <a:br>
              <a:rPr b="1" lang="en-US" sz="2700"/>
            </a:br>
            <a:br>
              <a:rPr b="1" lang="en-US" sz="2700"/>
            </a:br>
            <a:br>
              <a:rPr b="1" lang="en-US" sz="2700"/>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82" name="Google Shape;182;p45"/>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45"/>
          <p:cNvSpPr txBox="1"/>
          <p:nvPr/>
        </p:nvSpPr>
        <p:spPr>
          <a:xfrm>
            <a:off x="159025" y="677313"/>
            <a:ext cx="8468139" cy="29161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C1C1C"/>
                </a:solidFill>
                <a:latin typeface="Arial"/>
                <a:ea typeface="Arial"/>
                <a:cs typeface="Arial"/>
                <a:sym typeface="Arial"/>
              </a:rPr>
              <a:t>The goal of machine learning is not to obtain models that perform well on the training data, but to obtain models that perform well in general, and particularly on data points that the model has never encountered before. Just because a model performs well on its training data doesn’t mean it will perform well on data it has never seen</a:t>
            </a:r>
            <a:endParaRPr/>
          </a:p>
          <a:p>
            <a:pPr indent="-342900" lvl="0" marL="342900" marR="0" rtl="0" algn="l">
              <a:lnSpc>
                <a:spcPct val="100000"/>
              </a:lnSpc>
              <a:spcBef>
                <a:spcPts val="0"/>
              </a:spcBef>
              <a:spcAft>
                <a:spcPts val="0"/>
              </a:spcAft>
              <a:buClr>
                <a:srgbClr val="000000"/>
              </a:buClr>
              <a:buSzPts val="1600"/>
              <a:buFont typeface="Noto Sans Symbols"/>
              <a:buChar char="⮚"/>
            </a:pPr>
            <a:r>
              <a:rPr b="1" i="0" lang="en-US" sz="1600" u="none" cap="none" strike="noStrike">
                <a:solidFill>
                  <a:srgbClr val="404040"/>
                </a:solidFill>
                <a:latin typeface="Arial"/>
                <a:ea typeface="Arial"/>
                <a:cs typeface="Arial"/>
                <a:sym typeface="Arial"/>
              </a:rPr>
              <a:t>Training Loss</a:t>
            </a:r>
            <a:r>
              <a:rPr b="0" i="0" lang="en-US" sz="1600" u="none" cap="none" strike="noStrike">
                <a:solidFill>
                  <a:srgbClr val="404040"/>
                </a:solidFill>
                <a:latin typeface="Arial"/>
                <a:ea typeface="Arial"/>
                <a:cs typeface="Arial"/>
                <a:sym typeface="Arial"/>
              </a:rPr>
              <a:t> – Measures error on training data.</a:t>
            </a:r>
            <a:r>
              <a:rPr b="0" i="0" lang="en-US" sz="1600" u="none" cap="none" strike="noStrike">
                <a:solidFill>
                  <a:srgbClr val="000000"/>
                </a:solidFill>
                <a:latin typeface="Arial"/>
                <a:ea typeface="Arial"/>
                <a:cs typeface="Arial"/>
                <a:sym typeface="Arial"/>
              </a:rPr>
              <a:t> (how well the model fits training data)</a:t>
            </a:r>
            <a:endParaRPr b="0" i="0" sz="1600" u="none" cap="none" strike="noStrike">
              <a:solidFill>
                <a:srgbClr val="404040"/>
              </a:solidFill>
              <a:latin typeface="Arial"/>
              <a:ea typeface="Arial"/>
              <a:cs typeface="Arial"/>
              <a:sym typeface="Arial"/>
            </a:endParaRPr>
          </a:p>
          <a:p>
            <a:pPr indent="-342900" lvl="0" marL="342900" marR="0" rtl="0" algn="l">
              <a:lnSpc>
                <a:spcPct val="100000"/>
              </a:lnSpc>
              <a:spcBef>
                <a:spcPts val="300"/>
              </a:spcBef>
              <a:spcAft>
                <a:spcPts val="0"/>
              </a:spcAft>
              <a:buClr>
                <a:srgbClr val="000000"/>
              </a:buClr>
              <a:buSzPts val="1600"/>
              <a:buFont typeface="Noto Sans Symbols"/>
              <a:buChar char="⮚"/>
            </a:pPr>
            <a:r>
              <a:rPr b="1" i="0" lang="en-US" sz="1600" u="none" cap="none" strike="noStrike">
                <a:solidFill>
                  <a:srgbClr val="404040"/>
                </a:solidFill>
                <a:latin typeface="Arial"/>
                <a:ea typeface="Arial"/>
                <a:cs typeface="Arial"/>
                <a:sym typeface="Arial"/>
              </a:rPr>
              <a:t>Validation Loss</a:t>
            </a:r>
            <a:r>
              <a:rPr b="0" i="0" lang="en-US" sz="1600" u="none" cap="none" strike="noStrike">
                <a:solidFill>
                  <a:srgbClr val="404040"/>
                </a:solidFill>
                <a:latin typeface="Arial"/>
                <a:ea typeface="Arial"/>
                <a:cs typeface="Arial"/>
                <a:sym typeface="Arial"/>
              </a:rPr>
              <a:t> – Measures error on unseen data-</a:t>
            </a:r>
            <a:r>
              <a:rPr b="0" i="0" lang="en-US" sz="1600" u="none" cap="none" strike="noStrike">
                <a:solidFill>
                  <a:srgbClr val="000000"/>
                </a:solidFill>
                <a:latin typeface="Arial"/>
                <a:ea typeface="Arial"/>
                <a:cs typeface="Arial"/>
                <a:sym typeface="Arial"/>
              </a:rPr>
              <a:t> how well the model generalizes to new data</a:t>
            </a:r>
            <a:r>
              <a:rPr b="0" i="0" lang="en-US" sz="1600" u="none" cap="none" strike="noStrike">
                <a:solidFill>
                  <a:srgbClr val="404040"/>
                </a:solidFill>
                <a:latin typeface="Arial"/>
                <a:ea typeface="Arial"/>
                <a:cs typeface="Arial"/>
                <a:sym typeface="Arial"/>
              </a:rPr>
              <a:t>(helps detect overfitting).</a:t>
            </a:r>
            <a:endParaRPr/>
          </a:p>
          <a:p>
            <a:pPr indent="-342900" lvl="0" marL="342900" marR="0" rtl="0" algn="l">
              <a:lnSpc>
                <a:spcPct val="100000"/>
              </a:lnSpc>
              <a:spcBef>
                <a:spcPts val="300"/>
              </a:spcBef>
              <a:spcAft>
                <a:spcPts val="0"/>
              </a:spcAft>
              <a:buClr>
                <a:srgbClr val="000000"/>
              </a:buClr>
              <a:buSzPts val="1600"/>
              <a:buFont typeface="Noto Sans Symbols"/>
              <a:buChar char="⮚"/>
            </a:pPr>
            <a:r>
              <a:rPr b="1" i="0" lang="en-US" sz="1600" u="none" cap="none" strike="noStrike">
                <a:solidFill>
                  <a:srgbClr val="404040"/>
                </a:solidFill>
                <a:latin typeface="Arial"/>
                <a:ea typeface="Arial"/>
                <a:cs typeface="Arial"/>
                <a:sym typeface="Arial"/>
              </a:rPr>
              <a:t>Accuracy</a:t>
            </a:r>
            <a:r>
              <a:rPr b="0" i="0" lang="en-US" sz="1600" u="none" cap="none" strike="noStrike">
                <a:solidFill>
                  <a:srgbClr val="404040"/>
                </a:solidFill>
                <a:latin typeface="Arial"/>
                <a:ea typeface="Arial"/>
                <a:cs typeface="Arial"/>
                <a:sym typeface="Arial"/>
              </a:rPr>
              <a:t> – Percentage of correct predictions.</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241300" lvl="0" marL="342900" marR="0" rtl="0" algn="l">
              <a:lnSpc>
                <a:spcPct val="100000"/>
              </a:lnSpc>
              <a:spcBef>
                <a:spcPts val="300"/>
              </a:spcBef>
              <a:spcAft>
                <a:spcPts val="0"/>
              </a:spcAft>
              <a:buClr>
                <a:srgbClr val="000000"/>
              </a:buClr>
              <a:buSzPts val="1600"/>
              <a:buFont typeface="Noto Sans Symbols"/>
              <a:buNone/>
            </a:pPr>
            <a:r>
              <a:t/>
            </a:r>
            <a:endParaRPr b="0" i="0" sz="1600" u="none" cap="none" strike="noStrike">
              <a:solidFill>
                <a:srgbClr val="404040"/>
              </a:solidFill>
              <a:latin typeface="Arial"/>
              <a:ea typeface="Arial"/>
              <a:cs typeface="Arial"/>
              <a:sym typeface="Arial"/>
            </a:endParaRPr>
          </a:p>
          <a:p>
            <a:pPr indent="-184150" lvl="0" marL="285750" marR="0" rtl="0" algn="l">
              <a:lnSpc>
                <a:spcPct val="100000"/>
              </a:lnSpc>
              <a:spcBef>
                <a:spcPts val="0"/>
              </a:spcBef>
              <a:spcAft>
                <a:spcPts val="0"/>
              </a:spcAft>
              <a:buClr>
                <a:srgbClr val="000000"/>
              </a:buClr>
              <a:buSzPts val="1600"/>
              <a:buFont typeface="Noto Sans Symbols"/>
              <a:buNone/>
            </a:pPr>
            <a:r>
              <a:t/>
            </a:r>
            <a:endParaRPr b="0" i="0" sz="1600" u="none" cap="none" strike="noStrike">
              <a:solidFill>
                <a:srgbClr val="1C1C1C"/>
              </a:solidFill>
              <a:latin typeface="Arial"/>
              <a:ea typeface="Arial"/>
              <a:cs typeface="Arial"/>
              <a:sym typeface="Arial"/>
            </a:endParaRPr>
          </a:p>
        </p:txBody>
      </p:sp>
      <p:sp>
        <p:nvSpPr>
          <p:cNvPr id="184" name="Google Shape;184;p45"/>
          <p:cNvSpPr txBox="1"/>
          <p:nvPr/>
        </p:nvSpPr>
        <p:spPr>
          <a:xfrm>
            <a:off x="1373090" y="3027077"/>
            <a:ext cx="7074674" cy="1323439"/>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import matplotlib.pyplot as plt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plt.plot(history.history['loss'], label='Training Loss')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plt.plot(history.history['val_loss'], label='Validation Loss')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plt.legend()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plt.show()</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6"/>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99206"/>
              <a:buNone/>
            </a:pPr>
            <a:r>
              <a:rPr b="1" i="0" lang="en-US" sz="2800" u="none" strike="noStrike">
                <a:solidFill>
                  <a:srgbClr val="7030A0"/>
                </a:solidFill>
                <a:latin typeface="Arial"/>
                <a:ea typeface="Arial"/>
                <a:cs typeface="Arial"/>
                <a:sym typeface="Arial"/>
              </a:rPr>
              <a:t>7. Inference: Using a Model After Training</a:t>
            </a:r>
            <a:br>
              <a:rPr b="1" i="0" lang="en-US" sz="2800" u="none" strike="noStrike">
                <a:solidFill>
                  <a:srgbClr val="404040"/>
                </a:solidFill>
                <a:latin typeface="Arial"/>
                <a:ea typeface="Arial"/>
                <a:cs typeface="Arial"/>
                <a:sym typeface="Arial"/>
              </a:rPr>
            </a:br>
            <a:br>
              <a:rPr b="1" lang="en-US" sz="2700"/>
            </a:br>
            <a:br>
              <a:rPr b="1" lang="en-US" sz="2700"/>
            </a:br>
            <a:br>
              <a:rPr b="1" lang="en-US" sz="2700"/>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90" name="Google Shape;190;p46"/>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Google Shape;191;p46"/>
          <p:cNvSpPr txBox="1"/>
          <p:nvPr/>
        </p:nvSpPr>
        <p:spPr>
          <a:xfrm>
            <a:off x="159025" y="677313"/>
            <a:ext cx="8468139" cy="296234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C1C1C"/>
                </a:solidFill>
                <a:latin typeface="Arial"/>
                <a:ea typeface="Arial"/>
                <a:cs typeface="Arial"/>
                <a:sym typeface="Arial"/>
              </a:rPr>
              <a:t>Once you’ve trained your model, you’re going to want to use it to make predictions</a:t>
            </a:r>
            <a:endParaRPr/>
          </a:p>
          <a:p>
            <a:pPr indent="0" lvl="0" marL="0" marR="0" rtl="0" algn="l">
              <a:lnSpc>
                <a:spcPct val="100000"/>
              </a:lnSpc>
              <a:spcBef>
                <a:spcPts val="0"/>
              </a:spcBef>
              <a:spcAft>
                <a:spcPts val="0"/>
              </a:spcAft>
              <a:buNone/>
            </a:pPr>
            <a:r>
              <a:rPr b="0" i="0" lang="en-US" sz="1600" u="none" cap="none" strike="noStrike">
                <a:solidFill>
                  <a:srgbClr val="1C1C1C"/>
                </a:solidFill>
                <a:latin typeface="Arial"/>
                <a:ea typeface="Arial"/>
                <a:cs typeface="Arial"/>
                <a:sym typeface="Arial"/>
              </a:rPr>
              <a:t>on new data. This is called inference. After training the model can make predictions on new data.</a:t>
            </a:r>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Methods for Inference</a:t>
            </a:r>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127000" lvl="0" marL="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404040"/>
                </a:solidFill>
                <a:latin typeface="Arial"/>
                <a:ea typeface="Arial"/>
                <a:cs typeface="Arial"/>
                <a:sym typeface="Arial"/>
              </a:rPr>
              <a:t>predict()</a:t>
            </a:r>
            <a:r>
              <a:rPr b="0" i="0" lang="en-US" sz="2000" u="none" cap="none" strike="noStrike">
                <a:solidFill>
                  <a:srgbClr val="404040"/>
                </a:solidFill>
                <a:latin typeface="Arial"/>
                <a:ea typeface="Arial"/>
                <a:cs typeface="Arial"/>
                <a:sym typeface="Arial"/>
              </a:rPr>
              <a:t> – Returns raw predictions (probabilities/logits).</a:t>
            </a:r>
            <a:endParaRPr/>
          </a:p>
          <a:p>
            <a:pPr indent="0" lvl="0" marL="0" marR="0" rtl="0" algn="l">
              <a:lnSpc>
                <a:spcPct val="100000"/>
              </a:lnSpc>
              <a:spcBef>
                <a:spcPts val="300"/>
              </a:spcBef>
              <a:spcAft>
                <a:spcPts val="0"/>
              </a:spcAft>
              <a:buNone/>
            </a:pPr>
            <a:br>
              <a:rPr b="0" i="0" lang="en-US" sz="2000" u="none" cap="none" strike="noStrike">
                <a:solidFill>
                  <a:srgbClr val="000000"/>
                </a:solidFill>
                <a:latin typeface="Arial"/>
                <a:ea typeface="Arial"/>
                <a:cs typeface="Arial"/>
                <a:sym typeface="Arial"/>
              </a:rPr>
            </a:b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404040"/>
                </a:solidFill>
                <a:latin typeface="Arial"/>
                <a:ea typeface="Arial"/>
                <a:cs typeface="Arial"/>
                <a:sym typeface="Arial"/>
              </a:rPr>
              <a:t>2. evaluate()</a:t>
            </a:r>
            <a:r>
              <a:rPr b="0" i="0" lang="en-US" sz="2000" u="none" cap="none" strike="noStrike">
                <a:solidFill>
                  <a:srgbClr val="404040"/>
                </a:solidFill>
                <a:latin typeface="Arial"/>
                <a:ea typeface="Arial"/>
                <a:cs typeface="Arial"/>
                <a:sym typeface="Arial"/>
              </a:rPr>
              <a:t> – Computes loss &amp; metrics on test data.</a:t>
            </a:r>
            <a:endParaRPr b="0" i="0" sz="1600" u="none" cap="none" strike="noStrike">
              <a:solidFill>
                <a:srgbClr val="404040"/>
              </a:solidFill>
              <a:latin typeface="Arial"/>
              <a:ea typeface="Arial"/>
              <a:cs typeface="Arial"/>
              <a:sym typeface="Arial"/>
            </a:endParaRPr>
          </a:p>
          <a:p>
            <a:pPr indent="-184150" lvl="0" marL="285750" marR="0" rtl="0" algn="l">
              <a:lnSpc>
                <a:spcPct val="100000"/>
              </a:lnSpc>
              <a:spcBef>
                <a:spcPts val="0"/>
              </a:spcBef>
              <a:spcAft>
                <a:spcPts val="0"/>
              </a:spcAft>
              <a:buClr>
                <a:srgbClr val="000000"/>
              </a:buClr>
              <a:buSzPts val="1600"/>
              <a:buFont typeface="Noto Sans Symbols"/>
              <a:buNone/>
            </a:pPr>
            <a:r>
              <a:t/>
            </a:r>
            <a:endParaRPr b="0" i="0" sz="1600" u="none" cap="none" strike="noStrike">
              <a:solidFill>
                <a:srgbClr val="1C1C1C"/>
              </a:solidFill>
              <a:latin typeface="Arial"/>
              <a:ea typeface="Arial"/>
              <a:cs typeface="Arial"/>
              <a:sym typeface="Arial"/>
            </a:endParaRPr>
          </a:p>
        </p:txBody>
      </p:sp>
      <p:sp>
        <p:nvSpPr>
          <p:cNvPr id="192" name="Google Shape;192;p46"/>
          <p:cNvSpPr txBox="1"/>
          <p:nvPr/>
        </p:nvSpPr>
        <p:spPr>
          <a:xfrm>
            <a:off x="516836" y="2481633"/>
            <a:ext cx="7074674" cy="338554"/>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predictions = model.predict(x_new_data)  # Shape: (n_samples, n_classes)</a:t>
            </a:r>
            <a:endParaRPr/>
          </a:p>
        </p:txBody>
      </p:sp>
      <p:sp>
        <p:nvSpPr>
          <p:cNvPr id="193" name="Google Shape;193;p46"/>
          <p:cNvSpPr txBox="1"/>
          <p:nvPr/>
        </p:nvSpPr>
        <p:spPr>
          <a:xfrm>
            <a:off x="1710691" y="3454320"/>
            <a:ext cx="4647536" cy="523220"/>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test_loss, test_acc = model.evaluate(x_test, y_test)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print(f"Test Accuracy: {test_acc * 100:.2f}%")</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47"/>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fontScale="90000"/>
          </a:bodyPr>
          <a:lstStyle/>
          <a:p>
            <a:pPr indent="0" lvl="0" marL="0" rtl="1" algn="l">
              <a:lnSpc>
                <a:spcPct val="100000"/>
              </a:lnSpc>
              <a:spcBef>
                <a:spcPts val="0"/>
              </a:spcBef>
              <a:spcAft>
                <a:spcPts val="0"/>
              </a:spcAft>
              <a:buClr>
                <a:srgbClr val="543198"/>
              </a:buClr>
              <a:buSzPct val="99206"/>
              <a:buNone/>
            </a:pPr>
            <a:r>
              <a:rPr b="1" i="0" lang="en-US" sz="2800" u="none" strike="noStrike">
                <a:solidFill>
                  <a:srgbClr val="7030A0"/>
                </a:solidFill>
                <a:latin typeface="Arial"/>
                <a:ea typeface="Arial"/>
                <a:cs typeface="Arial"/>
                <a:sym typeface="Arial"/>
              </a:rPr>
              <a:t>7. Inference: Using a Model After Training</a:t>
            </a:r>
            <a:br>
              <a:rPr b="1" i="0" lang="en-US" sz="2800" u="none" strike="noStrike">
                <a:solidFill>
                  <a:srgbClr val="404040"/>
                </a:solidFill>
                <a:latin typeface="Arial"/>
                <a:ea typeface="Arial"/>
                <a:cs typeface="Arial"/>
                <a:sym typeface="Arial"/>
              </a:rPr>
            </a:br>
            <a:br>
              <a:rPr b="1" lang="en-US" sz="2700"/>
            </a:br>
            <a:br>
              <a:rPr b="1" lang="en-US" sz="2700"/>
            </a:br>
            <a:br>
              <a:rPr b="1" lang="en-US" sz="2700"/>
            </a:br>
            <a:br>
              <a:rPr b="1" lang="en-US" sz="1600"/>
            </a:br>
            <a:br>
              <a:rPr b="1" i="0" lang="en-US" sz="3100" u="none" strike="noStrike">
                <a:solidFill>
                  <a:srgbClr val="7030A0"/>
                </a:solidFill>
                <a:latin typeface="Inter"/>
                <a:ea typeface="Inter"/>
                <a:cs typeface="Inter"/>
                <a:sym typeface="Inter"/>
              </a:rPr>
            </a:br>
            <a:br>
              <a:rPr b="1" i="0" lang="en-US" u="none" strike="noStrike">
                <a:solidFill>
                  <a:srgbClr val="7030A0"/>
                </a:solidFill>
              </a:rPr>
            </a:br>
            <a:br>
              <a:rPr b="1" i="0" lang="en-US" u="none" strike="noStrike">
                <a:solidFill>
                  <a:srgbClr val="7030A0"/>
                </a:solidFill>
              </a:rPr>
            </a:br>
            <a:endParaRPr b="0" i="0" u="none" strike="noStrike">
              <a:solidFill>
                <a:srgbClr val="7030A0"/>
              </a:solidFill>
            </a:endParaRPr>
          </a:p>
        </p:txBody>
      </p:sp>
      <p:sp>
        <p:nvSpPr>
          <p:cNvPr descr="Optimized Python with Numba library" id="199" name="Google Shape;199;p47"/>
          <p:cNvSpPr/>
          <p:nvPr/>
        </p:nvSpPr>
        <p:spPr>
          <a:xfrm>
            <a:off x="2960866" y="1871317"/>
            <a:ext cx="3771900" cy="215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47"/>
          <p:cNvSpPr txBox="1"/>
          <p:nvPr/>
        </p:nvSpPr>
        <p:spPr>
          <a:xfrm>
            <a:off x="159025" y="677313"/>
            <a:ext cx="8468139" cy="296234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C1C1C"/>
                </a:solidFill>
                <a:latin typeface="Arial"/>
                <a:ea typeface="Arial"/>
                <a:cs typeface="Arial"/>
                <a:sym typeface="Arial"/>
              </a:rPr>
              <a:t>Once you’ve trained your model, you’re going to want to use it to make predictions</a:t>
            </a:r>
            <a:endParaRPr/>
          </a:p>
          <a:p>
            <a:pPr indent="0" lvl="0" marL="0" marR="0" rtl="0" algn="l">
              <a:lnSpc>
                <a:spcPct val="100000"/>
              </a:lnSpc>
              <a:spcBef>
                <a:spcPts val="0"/>
              </a:spcBef>
              <a:spcAft>
                <a:spcPts val="0"/>
              </a:spcAft>
              <a:buNone/>
            </a:pPr>
            <a:r>
              <a:rPr b="0" i="0" lang="en-US" sz="1600" u="none" cap="none" strike="noStrike">
                <a:solidFill>
                  <a:srgbClr val="1C1C1C"/>
                </a:solidFill>
                <a:latin typeface="Arial"/>
                <a:ea typeface="Arial"/>
                <a:cs typeface="Arial"/>
                <a:sym typeface="Arial"/>
              </a:rPr>
              <a:t>on new data. This is called inference. After training the model can make predictions on new data.</a:t>
            </a:r>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Methods for Inference</a:t>
            </a:r>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127000" lvl="0" marL="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404040"/>
                </a:solidFill>
                <a:latin typeface="Arial"/>
                <a:ea typeface="Arial"/>
                <a:cs typeface="Arial"/>
                <a:sym typeface="Arial"/>
              </a:rPr>
              <a:t>predict()</a:t>
            </a:r>
            <a:r>
              <a:rPr b="0" i="0" lang="en-US" sz="2000" u="none" cap="none" strike="noStrike">
                <a:solidFill>
                  <a:srgbClr val="404040"/>
                </a:solidFill>
                <a:latin typeface="Arial"/>
                <a:ea typeface="Arial"/>
                <a:cs typeface="Arial"/>
                <a:sym typeface="Arial"/>
              </a:rPr>
              <a:t> – Returns raw predictions (probabilities/logits).</a:t>
            </a:r>
            <a:endParaRPr/>
          </a:p>
          <a:p>
            <a:pPr indent="0" lvl="0" marL="0" marR="0" rtl="0" algn="l">
              <a:lnSpc>
                <a:spcPct val="100000"/>
              </a:lnSpc>
              <a:spcBef>
                <a:spcPts val="300"/>
              </a:spcBef>
              <a:spcAft>
                <a:spcPts val="0"/>
              </a:spcAft>
              <a:buNone/>
            </a:pPr>
            <a:br>
              <a:rPr b="0" i="0" lang="en-US" sz="2000" u="none" cap="none" strike="noStrike">
                <a:solidFill>
                  <a:srgbClr val="000000"/>
                </a:solidFill>
                <a:latin typeface="Arial"/>
                <a:ea typeface="Arial"/>
                <a:cs typeface="Arial"/>
                <a:sym typeface="Arial"/>
              </a:rPr>
            </a:b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404040"/>
                </a:solidFill>
                <a:latin typeface="Arial"/>
                <a:ea typeface="Arial"/>
                <a:cs typeface="Arial"/>
                <a:sym typeface="Arial"/>
              </a:rPr>
              <a:t>2. evaluate()</a:t>
            </a:r>
            <a:r>
              <a:rPr b="0" i="0" lang="en-US" sz="2000" u="none" cap="none" strike="noStrike">
                <a:solidFill>
                  <a:srgbClr val="404040"/>
                </a:solidFill>
                <a:latin typeface="Arial"/>
                <a:ea typeface="Arial"/>
                <a:cs typeface="Arial"/>
                <a:sym typeface="Arial"/>
              </a:rPr>
              <a:t> – Computes loss &amp; metrics on test data.</a:t>
            </a:r>
            <a:endParaRPr b="0" i="0" sz="1600" u="none" cap="none" strike="noStrike">
              <a:solidFill>
                <a:srgbClr val="404040"/>
              </a:solidFill>
              <a:latin typeface="Arial"/>
              <a:ea typeface="Arial"/>
              <a:cs typeface="Arial"/>
              <a:sym typeface="Arial"/>
            </a:endParaRPr>
          </a:p>
          <a:p>
            <a:pPr indent="-184150" lvl="0" marL="285750" marR="0" rtl="0" algn="l">
              <a:lnSpc>
                <a:spcPct val="100000"/>
              </a:lnSpc>
              <a:spcBef>
                <a:spcPts val="0"/>
              </a:spcBef>
              <a:spcAft>
                <a:spcPts val="0"/>
              </a:spcAft>
              <a:buClr>
                <a:srgbClr val="000000"/>
              </a:buClr>
              <a:buSzPts val="1600"/>
              <a:buFont typeface="Noto Sans Symbols"/>
              <a:buNone/>
            </a:pPr>
            <a:r>
              <a:t/>
            </a:r>
            <a:endParaRPr b="0" i="0" sz="1600" u="none" cap="none" strike="noStrike">
              <a:solidFill>
                <a:srgbClr val="1C1C1C"/>
              </a:solidFill>
              <a:latin typeface="Arial"/>
              <a:ea typeface="Arial"/>
              <a:cs typeface="Arial"/>
              <a:sym typeface="Arial"/>
            </a:endParaRPr>
          </a:p>
        </p:txBody>
      </p:sp>
      <p:sp>
        <p:nvSpPr>
          <p:cNvPr id="201" name="Google Shape;201;p47"/>
          <p:cNvSpPr txBox="1"/>
          <p:nvPr/>
        </p:nvSpPr>
        <p:spPr>
          <a:xfrm>
            <a:off x="516836" y="2481633"/>
            <a:ext cx="7074674" cy="338554"/>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predictions = model.predict(x_new_data)  # Shape: (n_samples, n_classes)</a:t>
            </a:r>
            <a:endParaRPr/>
          </a:p>
        </p:txBody>
      </p:sp>
      <p:sp>
        <p:nvSpPr>
          <p:cNvPr id="202" name="Google Shape;202;p47"/>
          <p:cNvSpPr txBox="1"/>
          <p:nvPr/>
        </p:nvSpPr>
        <p:spPr>
          <a:xfrm>
            <a:off x="1710691" y="3454320"/>
            <a:ext cx="4647536" cy="523220"/>
          </a:xfrm>
          <a:prstGeom prst="rect">
            <a:avLst/>
          </a:prstGeom>
          <a:solidFill>
            <a:srgbClr val="B1CDF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test_loss, test_acc = model.evaluate(x_test, y_test)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print(f"Test Accuracy: {test_acc * 100:.2f}%")</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206" name="Shape 206"/>
        <p:cNvGrpSpPr/>
        <p:nvPr/>
      </p:nvGrpSpPr>
      <p:grpSpPr>
        <a:xfrm>
          <a:off x="0" y="0"/>
          <a:ext cx="0" cy="0"/>
          <a:chOff x="0" y="0"/>
          <a:chExt cx="0" cy="0"/>
        </a:xfrm>
      </p:grpSpPr>
      <p:pic>
        <p:nvPicPr>
          <p:cNvPr id="207" name="Google Shape;207;p7"/>
          <p:cNvPicPr preferRelativeResize="0"/>
          <p:nvPr/>
        </p:nvPicPr>
        <p:blipFill rotWithShape="1">
          <a:blip r:embed="rId3">
            <a:alphaModFix amt="60000"/>
          </a:blip>
          <a:srcRect b="0" l="0" r="0" t="0"/>
          <a:stretch/>
        </p:blipFill>
        <p:spPr>
          <a:xfrm>
            <a:off x="3080321" y="122160"/>
            <a:ext cx="5408998" cy="2939569"/>
          </a:xfrm>
          <a:prstGeom prst="rect">
            <a:avLst/>
          </a:prstGeom>
          <a:noFill/>
          <a:ln>
            <a:noFill/>
          </a:ln>
        </p:spPr>
      </p:pic>
      <p:sp>
        <p:nvSpPr>
          <p:cNvPr id="208" name="Google Shape;208;p7"/>
          <p:cNvSpPr txBox="1"/>
          <p:nvPr>
            <p:ph type="title"/>
          </p:nvPr>
        </p:nvSpPr>
        <p:spPr>
          <a:xfrm>
            <a:off x="872950" y="122160"/>
            <a:ext cx="6707400" cy="494528"/>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US" sz="3200"/>
              <a:t>Summary</a:t>
            </a:r>
            <a:br>
              <a:rPr lang="en-US" sz="3200"/>
            </a:br>
            <a:endParaRPr sz="3200"/>
          </a:p>
        </p:txBody>
      </p:sp>
      <p:sp>
        <p:nvSpPr>
          <p:cNvPr id="209" name="Google Shape;209;p7"/>
          <p:cNvSpPr txBox="1"/>
          <p:nvPr/>
        </p:nvSpPr>
        <p:spPr>
          <a:xfrm>
            <a:off x="158284" y="1055943"/>
            <a:ext cx="8707419" cy="353943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TensorFlow is an industry-strength numerical computing framework that can run on CPU, GPU, or TPU.</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Neural networks are built by stacking layers  the fundamental building blocks.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Keras APIs provide a user-friendly way to build, train, and deploy deep learning models.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Models are created by connecting layers sequentially or using functional APIs.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The compile() step defines how the model will learn (optimizer, loss function, metrics).</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Choosing the right loss function is critical for successful learning (e.g., MSE for regression, cross-entropy for classification).</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The fit() method is used to train the model by feeding in data and adjusting weights through backpropagation.</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During training, loss and metrics are monitored on both training and validation data to detect overfitting or underfitting.</a:t>
            </a:r>
            <a:endParaRPr/>
          </a:p>
          <a:p>
            <a:pPr indent="-342900" lvl="0" marL="34290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000000"/>
                </a:solidFill>
                <a:latin typeface="Arial"/>
                <a:ea typeface="Arial"/>
                <a:cs typeface="Arial"/>
                <a:sym typeface="Arial"/>
              </a:rPr>
              <a:t>After training, the model is used for inference making predictions on new, unseen data.</a:t>
            </a:r>
            <a:endParaRPr/>
          </a:p>
          <a:p>
            <a:pPr indent="-412750" lvl="0" marL="51435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1C1C1C"/>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8"/>
          <p:cNvSpPr txBox="1"/>
          <p:nvPr>
            <p:ph type="title"/>
          </p:nvPr>
        </p:nvSpPr>
        <p:spPr>
          <a:xfrm>
            <a:off x="2079450" y="445025"/>
            <a:ext cx="6707400" cy="627900"/>
          </a:xfrm>
          <a:prstGeom prst="rect">
            <a:avLst/>
          </a:prstGeom>
          <a:noFill/>
          <a:ln>
            <a:noFill/>
          </a:ln>
        </p:spPr>
        <p:txBody>
          <a:bodyPr anchorCtr="0" anchor="t" bIns="91425" lIns="91425" spcFirstLastPara="1" rIns="91425" wrap="square" tIns="91425">
            <a:normAutofit/>
          </a:bodyPr>
          <a:lstStyle/>
          <a:p>
            <a:pPr indent="0" lvl="0" marL="0" rtl="1" algn="l">
              <a:lnSpc>
                <a:spcPct val="100000"/>
              </a:lnSpc>
              <a:spcBef>
                <a:spcPts val="0"/>
              </a:spcBef>
              <a:spcAft>
                <a:spcPts val="0"/>
              </a:spcAft>
              <a:buClr>
                <a:srgbClr val="543198"/>
              </a:buClr>
              <a:buSzPts val="2500"/>
              <a:buNone/>
            </a:pPr>
            <a:r>
              <a:rPr lang="en-US"/>
              <a:t>Practice with Google COLAB</a:t>
            </a:r>
            <a:endParaRPr/>
          </a:p>
        </p:txBody>
      </p:sp>
      <p:sp>
        <p:nvSpPr>
          <p:cNvPr id="215" name="Google Shape;215;p48"/>
          <p:cNvSpPr txBox="1"/>
          <p:nvPr>
            <p:ph idx="1" type="body"/>
          </p:nvPr>
        </p:nvSpPr>
        <p:spPr>
          <a:xfrm>
            <a:off x="2758650" y="1334150"/>
            <a:ext cx="6028200" cy="1757400"/>
          </a:xfrm>
          <a:prstGeom prst="rect">
            <a:avLst/>
          </a:prstGeom>
          <a:noFill/>
          <a:ln>
            <a:noFill/>
          </a:ln>
        </p:spPr>
        <p:txBody>
          <a:bodyPr anchorCtr="0" anchor="t" bIns="91425" lIns="91425" spcFirstLastPara="1" rIns="91425" wrap="square" tIns="91425">
            <a:normAutofit/>
          </a:bodyPr>
          <a:lstStyle/>
          <a:p>
            <a:pPr indent="0" lvl="0" marL="114300" marR="0" rtl="0" algn="l">
              <a:lnSpc>
                <a:spcPct val="115000"/>
              </a:lnSpc>
              <a:spcBef>
                <a:spcPts val="0"/>
              </a:spcBef>
              <a:spcAft>
                <a:spcPts val="0"/>
              </a:spcAft>
              <a:buClr>
                <a:srgbClr val="424242"/>
              </a:buClr>
              <a:buSzPts val="1800"/>
              <a:buNone/>
            </a:pPr>
            <a:r>
              <a:rPr lang="en-US"/>
              <a:t>Click here </a:t>
            </a:r>
            <a:endParaRPr/>
          </a:p>
          <a:p>
            <a:pPr indent="0" lvl="0" marL="114300" marR="0" rtl="0" algn="l">
              <a:lnSpc>
                <a:spcPct val="115000"/>
              </a:lnSpc>
              <a:spcBef>
                <a:spcPts val="0"/>
              </a:spcBef>
              <a:spcAft>
                <a:spcPts val="0"/>
              </a:spcAft>
              <a:buClr>
                <a:srgbClr val="424242"/>
              </a:buClr>
              <a:buSzPts val="1800"/>
              <a:buNone/>
            </a:pPr>
            <a:r>
              <a:rPr lang="en-US"/>
              <a:t>https://drive.google.com/file/d/1xSM1GOjjhuomJUBVim8HOwXR0JPfBGZ2/view?usp=share_link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219" name="Shape 219"/>
        <p:cNvGrpSpPr/>
        <p:nvPr/>
      </p:nvGrpSpPr>
      <p:grpSpPr>
        <a:xfrm>
          <a:off x="0" y="0"/>
          <a:ext cx="0" cy="0"/>
          <a:chOff x="0" y="0"/>
          <a:chExt cx="0" cy="0"/>
        </a:xfrm>
      </p:grpSpPr>
      <p:pic>
        <p:nvPicPr>
          <p:cNvPr id="220" name="Google Shape;220;p49"/>
          <p:cNvPicPr preferRelativeResize="0"/>
          <p:nvPr/>
        </p:nvPicPr>
        <p:blipFill rotWithShape="1">
          <a:blip r:embed="rId3">
            <a:alphaModFix amt="60000"/>
          </a:blip>
          <a:srcRect b="0" l="0" r="0" t="0"/>
          <a:stretch/>
        </p:blipFill>
        <p:spPr>
          <a:xfrm>
            <a:off x="3080321" y="122160"/>
            <a:ext cx="5408998" cy="2939569"/>
          </a:xfrm>
          <a:prstGeom prst="rect">
            <a:avLst/>
          </a:prstGeom>
          <a:noFill/>
          <a:ln>
            <a:noFill/>
          </a:ln>
        </p:spPr>
      </p:pic>
      <p:sp>
        <p:nvSpPr>
          <p:cNvPr id="221" name="Google Shape;221;p49"/>
          <p:cNvSpPr txBox="1"/>
          <p:nvPr>
            <p:ph type="title"/>
          </p:nvPr>
        </p:nvSpPr>
        <p:spPr>
          <a:xfrm>
            <a:off x="872950" y="122160"/>
            <a:ext cx="6707400" cy="494528"/>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US" sz="3200"/>
              <a:t>Books and References</a:t>
            </a:r>
            <a:br>
              <a:rPr lang="en-US" sz="3200"/>
            </a:br>
            <a:endParaRPr sz="3200"/>
          </a:p>
        </p:txBody>
      </p:sp>
      <p:sp>
        <p:nvSpPr>
          <p:cNvPr id="222" name="Google Shape;222;p49"/>
          <p:cNvSpPr txBox="1"/>
          <p:nvPr/>
        </p:nvSpPr>
        <p:spPr>
          <a:xfrm>
            <a:off x="755575" y="1098322"/>
            <a:ext cx="5408997" cy="363176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404040"/>
                </a:solidFill>
                <a:latin typeface="Inter"/>
                <a:ea typeface="Inter"/>
                <a:cs typeface="Inter"/>
                <a:sym typeface="Inter"/>
              </a:rPr>
              <a:t>"Deep Learning" (Ian Goodfellow et al.)</a:t>
            </a:r>
            <a:endParaRPr/>
          </a:p>
          <a:p>
            <a:pPr indent="-457200" lvl="0" marL="457200" marR="0" rtl="0" algn="l">
              <a:lnSpc>
                <a:spcPct val="100000"/>
              </a:lnSpc>
              <a:spcBef>
                <a:spcPts val="300"/>
              </a:spcBef>
              <a:spcAft>
                <a:spcPts val="0"/>
              </a:spcAft>
              <a:buClr>
                <a:srgbClr val="000000"/>
              </a:buClr>
              <a:buSzPts val="2000"/>
              <a:buFont typeface="Arial"/>
              <a:buAutoNum type="arabicPeriod"/>
            </a:pPr>
            <a:r>
              <a:rPr b="0" i="0" lang="en-US" sz="2000" u="none" cap="none" strike="noStrike">
                <a:solidFill>
                  <a:srgbClr val="404040"/>
                </a:solidFill>
                <a:latin typeface="Inter"/>
                <a:ea typeface="Inter"/>
                <a:cs typeface="Inter"/>
                <a:sym typeface="Inter"/>
              </a:rPr>
              <a:t>"Neural Networks and Deep Learning" (Michael Nielsen)</a:t>
            </a:r>
            <a:endParaRPr/>
          </a:p>
          <a:p>
            <a:pPr indent="0" lvl="0" marL="0" marR="0" rtl="0" algn="l">
              <a:lnSpc>
                <a:spcPct val="100000"/>
              </a:lnSpc>
              <a:spcBef>
                <a:spcPts val="0"/>
              </a:spcBef>
              <a:spcAft>
                <a:spcPts val="0"/>
              </a:spcAft>
              <a:buNone/>
            </a:pPr>
            <a:r>
              <a:rPr b="1" i="0" lang="en-US" sz="2000" u="none" cap="none" strike="noStrike">
                <a:solidFill>
                  <a:srgbClr val="404040"/>
                </a:solidFill>
                <a:latin typeface="Inter"/>
                <a:ea typeface="Inter"/>
                <a:cs typeface="Inter"/>
                <a:sym typeface="Inter"/>
              </a:rPr>
              <a:t>Courses</a:t>
            </a:r>
            <a:endParaRPr/>
          </a:p>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sng" cap="none" strike="noStrike">
                <a:solidFill>
                  <a:srgbClr val="404040"/>
                </a:solidFill>
                <a:latin typeface="Inter"/>
                <a:ea typeface="Inter"/>
                <a:cs typeface="Inter"/>
                <a:sym typeface="Inter"/>
                <a:hlinkClick r:id="rId4">
                  <a:extLst>
                    <a:ext uri="{A12FA001-AC4F-418D-AE19-62706E023703}">
                      <ahyp:hlinkClr val="tx"/>
                    </a:ext>
                  </a:extLst>
                </a:hlinkClick>
              </a:rPr>
              <a:t>Deep Learning Specialization (Andrew Ng, Coursera)</a:t>
            </a:r>
            <a:endParaRPr b="0" i="0" sz="2000" u="none" cap="none" strike="noStrike">
              <a:solidFill>
                <a:srgbClr val="404040"/>
              </a:solidFill>
              <a:latin typeface="Inter"/>
              <a:ea typeface="Inter"/>
              <a:cs typeface="Inter"/>
              <a:sym typeface="Inter"/>
            </a:endParaRPr>
          </a:p>
          <a:p>
            <a:pPr indent="-457200" lvl="0" marL="457200" marR="0" rtl="0" algn="l">
              <a:lnSpc>
                <a:spcPct val="100000"/>
              </a:lnSpc>
              <a:spcBef>
                <a:spcPts val="300"/>
              </a:spcBef>
              <a:spcAft>
                <a:spcPts val="0"/>
              </a:spcAft>
              <a:buClr>
                <a:srgbClr val="000000"/>
              </a:buClr>
              <a:buSzPts val="2000"/>
              <a:buFont typeface="Arial"/>
              <a:buAutoNum type="arabicPeriod"/>
            </a:pPr>
            <a:r>
              <a:rPr b="0" i="0" lang="en-US" sz="2000" u="sng" cap="none" strike="noStrike">
                <a:solidFill>
                  <a:srgbClr val="404040"/>
                </a:solidFill>
                <a:latin typeface="Inter"/>
                <a:ea typeface="Inter"/>
                <a:cs typeface="Inter"/>
                <a:sym typeface="Inter"/>
                <a:hlinkClick r:id="rId5">
                  <a:extLst>
                    <a:ext uri="{A12FA001-AC4F-418D-AE19-62706E023703}">
                      <ahyp:hlinkClr val="tx"/>
                    </a:ext>
                  </a:extLst>
                </a:hlinkClick>
              </a:rPr>
              <a:t>Fast.ai Practical Deep Learning</a:t>
            </a:r>
            <a:endParaRPr b="0" i="0" sz="2000" u="none" cap="none" strike="noStrike">
              <a:solidFill>
                <a:srgbClr val="404040"/>
              </a:solidFill>
              <a:latin typeface="Inter"/>
              <a:ea typeface="Inter"/>
              <a:cs typeface="Inter"/>
              <a:sym typeface="Inter"/>
            </a:endParaRPr>
          </a:p>
          <a:p>
            <a:pPr indent="0" lvl="0" marL="0" marR="0" rtl="0" algn="l">
              <a:lnSpc>
                <a:spcPct val="100000"/>
              </a:lnSpc>
              <a:spcBef>
                <a:spcPts val="0"/>
              </a:spcBef>
              <a:spcAft>
                <a:spcPts val="0"/>
              </a:spcAft>
              <a:buNone/>
            </a:pPr>
            <a:r>
              <a:rPr b="1" i="0" lang="en-US" sz="2000" u="none" cap="none" strike="noStrike">
                <a:solidFill>
                  <a:srgbClr val="404040"/>
                </a:solidFill>
                <a:latin typeface="Inter"/>
                <a:ea typeface="Inter"/>
                <a:cs typeface="Inter"/>
                <a:sym typeface="Inter"/>
              </a:rPr>
              <a:t>Datasets for Practice</a:t>
            </a:r>
            <a:endParaRPr/>
          </a:p>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404040"/>
                </a:solidFill>
                <a:latin typeface="Inter"/>
                <a:ea typeface="Inter"/>
                <a:cs typeface="Inter"/>
                <a:sym typeface="Inter"/>
              </a:rPr>
              <a:t>MNIST (Handwritten digits)</a:t>
            </a:r>
            <a:endParaRPr/>
          </a:p>
          <a:p>
            <a:pPr indent="-457200" lvl="0" marL="457200" marR="0" rtl="0" algn="l">
              <a:lnSpc>
                <a:spcPct val="100000"/>
              </a:lnSpc>
              <a:spcBef>
                <a:spcPts val="300"/>
              </a:spcBef>
              <a:spcAft>
                <a:spcPts val="0"/>
              </a:spcAft>
              <a:buClr>
                <a:srgbClr val="000000"/>
              </a:buClr>
              <a:buSzPts val="2000"/>
              <a:buFont typeface="Arial"/>
              <a:buAutoNum type="arabicPeriod"/>
            </a:pPr>
            <a:r>
              <a:rPr b="0" i="0" lang="en-US" sz="2000" u="none" cap="none" strike="noStrike">
                <a:solidFill>
                  <a:srgbClr val="404040"/>
                </a:solidFill>
                <a:latin typeface="Inter"/>
                <a:ea typeface="Inter"/>
                <a:cs typeface="Inter"/>
                <a:sym typeface="Inter"/>
              </a:rPr>
              <a:t>CIFAR-10 (Image classification)</a:t>
            </a:r>
            <a:endParaRPr/>
          </a:p>
          <a:p>
            <a:pPr indent="-457200" lvl="0" marL="457200" marR="0" rtl="0" algn="l">
              <a:lnSpc>
                <a:spcPct val="100000"/>
              </a:lnSpc>
              <a:spcBef>
                <a:spcPts val="300"/>
              </a:spcBef>
              <a:spcAft>
                <a:spcPts val="0"/>
              </a:spcAft>
              <a:buClr>
                <a:srgbClr val="000000"/>
              </a:buClr>
              <a:buSzPts val="2000"/>
              <a:buFont typeface="Arial"/>
              <a:buAutoNum type="arabicPeriod"/>
            </a:pPr>
            <a:r>
              <a:rPr b="0" i="0" lang="en-US" sz="2000" u="none" cap="none" strike="noStrike">
                <a:solidFill>
                  <a:srgbClr val="404040"/>
                </a:solidFill>
                <a:latin typeface="Inter"/>
                <a:ea typeface="Inter"/>
                <a:cs typeface="Inter"/>
                <a:sym typeface="Inter"/>
              </a:rPr>
              <a:t>IMDB Reviews (Sentiment analysis)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26" name="Shape 226"/>
        <p:cNvGrpSpPr/>
        <p:nvPr/>
      </p:nvGrpSpPr>
      <p:grpSpPr>
        <a:xfrm>
          <a:off x="0" y="0"/>
          <a:ext cx="0" cy="0"/>
          <a:chOff x="0" y="0"/>
          <a:chExt cx="0" cy="0"/>
        </a:xfrm>
      </p:grpSpPr>
      <p:pic>
        <p:nvPicPr>
          <p:cNvPr id="227" name="Google Shape;227;p20"/>
          <p:cNvPicPr preferRelativeResize="0"/>
          <p:nvPr/>
        </p:nvPicPr>
        <p:blipFill rotWithShape="1">
          <a:blip r:embed="rId3">
            <a:alphaModFix/>
          </a:blip>
          <a:srcRect b="0" l="8508" r="0" t="0"/>
          <a:stretch/>
        </p:blipFill>
        <p:spPr>
          <a:xfrm>
            <a:off x="6248550" y="1551586"/>
            <a:ext cx="1357692" cy="509366"/>
          </a:xfrm>
          <a:prstGeom prst="rect">
            <a:avLst/>
          </a:prstGeom>
          <a:noFill/>
          <a:ln>
            <a:noFill/>
          </a:ln>
        </p:spPr>
      </p:pic>
      <p:pic>
        <p:nvPicPr>
          <p:cNvPr id="228" name="Google Shape;228;p20"/>
          <p:cNvPicPr preferRelativeResize="0"/>
          <p:nvPr/>
        </p:nvPicPr>
        <p:blipFill rotWithShape="1">
          <a:blip r:embed="rId4">
            <a:alphaModFix/>
          </a:blip>
          <a:srcRect b="0" l="0" r="0" t="0"/>
          <a:stretch/>
        </p:blipFill>
        <p:spPr>
          <a:xfrm>
            <a:off x="1647216" y="2992069"/>
            <a:ext cx="995950" cy="405885"/>
          </a:xfrm>
          <a:prstGeom prst="rect">
            <a:avLst/>
          </a:prstGeom>
          <a:noFill/>
          <a:ln>
            <a:noFill/>
          </a:ln>
        </p:spPr>
      </p:pic>
      <p:pic>
        <p:nvPicPr>
          <p:cNvPr id="229" name="Google Shape;229;p20"/>
          <p:cNvPicPr preferRelativeResize="0"/>
          <p:nvPr/>
        </p:nvPicPr>
        <p:blipFill rotWithShape="1">
          <a:blip r:embed="rId5">
            <a:alphaModFix/>
          </a:blip>
          <a:srcRect b="0" l="0" r="0" t="0"/>
          <a:stretch/>
        </p:blipFill>
        <p:spPr>
          <a:xfrm>
            <a:off x="6319974" y="3081645"/>
            <a:ext cx="1214843" cy="226732"/>
          </a:xfrm>
          <a:prstGeom prst="rect">
            <a:avLst/>
          </a:prstGeom>
          <a:noFill/>
          <a:ln>
            <a:noFill/>
          </a:ln>
        </p:spPr>
      </p:pic>
      <p:pic>
        <p:nvPicPr>
          <p:cNvPr id="230" name="Google Shape;230;p20"/>
          <p:cNvPicPr preferRelativeResize="0"/>
          <p:nvPr/>
        </p:nvPicPr>
        <p:blipFill rotWithShape="1">
          <a:blip r:embed="rId6">
            <a:alphaModFix/>
          </a:blip>
          <a:srcRect b="22522" l="11047" r="11047" t="22524"/>
          <a:stretch/>
        </p:blipFill>
        <p:spPr>
          <a:xfrm>
            <a:off x="3316327" y="2249012"/>
            <a:ext cx="688702" cy="395541"/>
          </a:xfrm>
          <a:prstGeom prst="rect">
            <a:avLst/>
          </a:prstGeom>
          <a:noFill/>
          <a:ln>
            <a:noFill/>
          </a:ln>
        </p:spPr>
      </p:pic>
      <p:pic>
        <p:nvPicPr>
          <p:cNvPr id="231" name="Google Shape;231;p20"/>
          <p:cNvPicPr preferRelativeResize="0"/>
          <p:nvPr/>
        </p:nvPicPr>
        <p:blipFill rotWithShape="1">
          <a:blip r:embed="rId7">
            <a:alphaModFix/>
          </a:blip>
          <a:srcRect b="0" l="0" r="0" t="0"/>
          <a:stretch/>
        </p:blipFill>
        <p:spPr>
          <a:xfrm>
            <a:off x="6360782" y="2325188"/>
            <a:ext cx="1133228" cy="243189"/>
          </a:xfrm>
          <a:prstGeom prst="rect">
            <a:avLst/>
          </a:prstGeom>
          <a:noFill/>
          <a:ln>
            <a:noFill/>
          </a:ln>
        </p:spPr>
      </p:pic>
      <p:pic>
        <p:nvPicPr>
          <p:cNvPr id="232" name="Google Shape;232;p20"/>
          <p:cNvPicPr preferRelativeResize="0"/>
          <p:nvPr/>
        </p:nvPicPr>
        <p:blipFill rotWithShape="1">
          <a:blip r:embed="rId8">
            <a:alphaModFix/>
          </a:blip>
          <a:srcRect b="19777" l="2114" r="0" t="19775"/>
          <a:stretch/>
        </p:blipFill>
        <p:spPr>
          <a:xfrm>
            <a:off x="3094065" y="1608499"/>
            <a:ext cx="1133226" cy="395540"/>
          </a:xfrm>
          <a:prstGeom prst="rect">
            <a:avLst/>
          </a:prstGeom>
          <a:noFill/>
          <a:ln>
            <a:noFill/>
          </a:ln>
        </p:spPr>
      </p:pic>
      <p:pic>
        <p:nvPicPr>
          <p:cNvPr id="233" name="Google Shape;233;p20"/>
          <p:cNvPicPr preferRelativeResize="0"/>
          <p:nvPr/>
        </p:nvPicPr>
        <p:blipFill rotWithShape="1">
          <a:blip r:embed="rId9">
            <a:alphaModFix/>
          </a:blip>
          <a:srcRect b="0" l="0" r="0" t="0"/>
          <a:stretch/>
        </p:blipFill>
        <p:spPr>
          <a:xfrm>
            <a:off x="3183573" y="3074674"/>
            <a:ext cx="954210" cy="240673"/>
          </a:xfrm>
          <a:prstGeom prst="rect">
            <a:avLst/>
          </a:prstGeom>
          <a:noFill/>
          <a:ln>
            <a:noFill/>
          </a:ln>
        </p:spPr>
      </p:pic>
      <p:pic>
        <p:nvPicPr>
          <p:cNvPr descr="Text&#10;&#10;Description automatically generated with low confidence" id="234" name="Google Shape;234;p20"/>
          <p:cNvPicPr preferRelativeResize="0"/>
          <p:nvPr/>
        </p:nvPicPr>
        <p:blipFill rotWithShape="1">
          <a:blip r:embed="rId10">
            <a:alphaModFix/>
          </a:blip>
          <a:srcRect b="0" l="0" r="0" t="0"/>
          <a:stretch/>
        </p:blipFill>
        <p:spPr>
          <a:xfrm>
            <a:off x="4992620" y="3040838"/>
            <a:ext cx="750589" cy="308346"/>
          </a:xfrm>
          <a:prstGeom prst="rect">
            <a:avLst/>
          </a:prstGeom>
          <a:noFill/>
          <a:ln>
            <a:noFill/>
          </a:ln>
        </p:spPr>
      </p:pic>
      <p:pic>
        <p:nvPicPr>
          <p:cNvPr descr="A red and black sign&#10;&#10;Description automatically generated with low confidence" id="235" name="Google Shape;235;p20"/>
          <p:cNvPicPr preferRelativeResize="0"/>
          <p:nvPr/>
        </p:nvPicPr>
        <p:blipFill rotWithShape="1">
          <a:blip r:embed="rId11">
            <a:alphaModFix/>
          </a:blip>
          <a:srcRect b="0" l="0" r="0" t="0"/>
          <a:stretch/>
        </p:blipFill>
        <p:spPr>
          <a:xfrm>
            <a:off x="3183572" y="3696038"/>
            <a:ext cx="954213" cy="202631"/>
          </a:xfrm>
          <a:prstGeom prst="rect">
            <a:avLst/>
          </a:prstGeom>
          <a:noFill/>
          <a:ln>
            <a:noFill/>
          </a:ln>
        </p:spPr>
      </p:pic>
      <p:pic>
        <p:nvPicPr>
          <p:cNvPr descr="A picture containing text, clipart, vector graphics&#10;&#10;Description automatically generated" id="236" name="Google Shape;236;p20"/>
          <p:cNvPicPr preferRelativeResize="0"/>
          <p:nvPr/>
        </p:nvPicPr>
        <p:blipFill rotWithShape="1">
          <a:blip r:embed="rId12">
            <a:alphaModFix/>
          </a:blip>
          <a:srcRect b="0" l="0" r="0" t="0"/>
          <a:stretch/>
        </p:blipFill>
        <p:spPr>
          <a:xfrm>
            <a:off x="5018971" y="3677016"/>
            <a:ext cx="697888" cy="240674"/>
          </a:xfrm>
          <a:prstGeom prst="rect">
            <a:avLst/>
          </a:prstGeom>
          <a:noFill/>
          <a:ln>
            <a:noFill/>
          </a:ln>
        </p:spPr>
      </p:pic>
      <p:pic>
        <p:nvPicPr>
          <p:cNvPr id="237" name="Google Shape;237;p20"/>
          <p:cNvPicPr preferRelativeResize="0"/>
          <p:nvPr/>
        </p:nvPicPr>
        <p:blipFill rotWithShape="1">
          <a:blip r:embed="rId13">
            <a:alphaModFix/>
          </a:blip>
          <a:srcRect b="18915" l="0" r="0" t="0"/>
          <a:stretch/>
        </p:blipFill>
        <p:spPr>
          <a:xfrm>
            <a:off x="6450290" y="3643177"/>
            <a:ext cx="954212" cy="308352"/>
          </a:xfrm>
          <a:prstGeom prst="rect">
            <a:avLst/>
          </a:prstGeom>
          <a:noFill/>
          <a:ln>
            <a:noFill/>
          </a:ln>
        </p:spPr>
      </p:pic>
      <p:pic>
        <p:nvPicPr>
          <p:cNvPr id="238" name="Google Shape;238;p20"/>
          <p:cNvPicPr preferRelativeResize="0"/>
          <p:nvPr/>
        </p:nvPicPr>
        <p:blipFill rotWithShape="1">
          <a:blip r:embed="rId14">
            <a:alphaModFix/>
          </a:blip>
          <a:srcRect b="12261" l="12270" r="12261" t="12270"/>
          <a:stretch/>
        </p:blipFill>
        <p:spPr>
          <a:xfrm>
            <a:off x="3885746" y="4245539"/>
            <a:ext cx="1133228" cy="382770"/>
          </a:xfrm>
          <a:prstGeom prst="rect">
            <a:avLst/>
          </a:prstGeom>
          <a:noFill/>
          <a:ln>
            <a:noFill/>
          </a:ln>
        </p:spPr>
      </p:pic>
      <p:pic>
        <p:nvPicPr>
          <p:cNvPr id="239" name="Google Shape;239;p20"/>
          <p:cNvPicPr preferRelativeResize="0"/>
          <p:nvPr/>
        </p:nvPicPr>
        <p:blipFill rotWithShape="1">
          <a:blip r:embed="rId15">
            <a:alphaModFix/>
          </a:blip>
          <a:srcRect b="0" l="0" r="0" t="0"/>
          <a:stretch/>
        </p:blipFill>
        <p:spPr>
          <a:xfrm>
            <a:off x="1798086" y="3621493"/>
            <a:ext cx="694210" cy="351721"/>
          </a:xfrm>
          <a:prstGeom prst="rect">
            <a:avLst/>
          </a:prstGeom>
          <a:noFill/>
          <a:ln>
            <a:noFill/>
          </a:ln>
        </p:spPr>
      </p:pic>
      <p:pic>
        <p:nvPicPr>
          <p:cNvPr id="240" name="Google Shape;240;p20"/>
          <p:cNvPicPr preferRelativeResize="0"/>
          <p:nvPr/>
        </p:nvPicPr>
        <p:blipFill rotWithShape="1">
          <a:blip r:embed="rId16">
            <a:alphaModFix/>
          </a:blip>
          <a:srcRect b="18903" l="0" r="0" t="18905"/>
          <a:stretch/>
        </p:blipFill>
        <p:spPr>
          <a:xfrm>
            <a:off x="1537771" y="1614885"/>
            <a:ext cx="1214840" cy="382767"/>
          </a:xfrm>
          <a:prstGeom prst="rect">
            <a:avLst/>
          </a:prstGeom>
          <a:noFill/>
          <a:ln>
            <a:noFill/>
          </a:ln>
        </p:spPr>
      </p:pic>
      <p:pic>
        <p:nvPicPr>
          <p:cNvPr id="241" name="Google Shape;241;p20"/>
          <p:cNvPicPr preferRelativeResize="0"/>
          <p:nvPr/>
        </p:nvPicPr>
        <p:blipFill rotWithShape="1">
          <a:blip r:embed="rId17">
            <a:alphaModFix/>
          </a:blip>
          <a:srcRect b="28892" l="2114" r="0" t="28897"/>
          <a:stretch/>
        </p:blipFill>
        <p:spPr>
          <a:xfrm>
            <a:off x="4740627" y="1652095"/>
            <a:ext cx="1254574" cy="308347"/>
          </a:xfrm>
          <a:prstGeom prst="rect">
            <a:avLst/>
          </a:prstGeom>
          <a:noFill/>
          <a:ln>
            <a:noFill/>
          </a:ln>
        </p:spPr>
      </p:pic>
      <p:pic>
        <p:nvPicPr>
          <p:cNvPr id="242" name="Google Shape;242;p20"/>
          <p:cNvPicPr preferRelativeResize="0"/>
          <p:nvPr/>
        </p:nvPicPr>
        <p:blipFill rotWithShape="1">
          <a:blip r:embed="rId18">
            <a:alphaModFix/>
          </a:blip>
          <a:srcRect b="0" l="0" r="0" t="0"/>
          <a:stretch/>
        </p:blipFill>
        <p:spPr>
          <a:xfrm>
            <a:off x="4760495" y="2253777"/>
            <a:ext cx="1214839" cy="386012"/>
          </a:xfrm>
          <a:prstGeom prst="rect">
            <a:avLst/>
          </a:prstGeom>
          <a:noFill/>
          <a:ln>
            <a:noFill/>
          </a:ln>
        </p:spPr>
      </p:pic>
      <p:pic>
        <p:nvPicPr>
          <p:cNvPr id="243" name="Google Shape;243;p20"/>
          <p:cNvPicPr preferRelativeResize="0"/>
          <p:nvPr/>
        </p:nvPicPr>
        <p:blipFill rotWithShape="1">
          <a:blip r:embed="rId19">
            <a:alphaModFix/>
          </a:blip>
          <a:srcRect b="0" l="0" r="0" t="0"/>
          <a:stretch/>
        </p:blipFill>
        <p:spPr>
          <a:xfrm>
            <a:off x="1647215" y="2294778"/>
            <a:ext cx="995952" cy="304010"/>
          </a:xfrm>
          <a:prstGeom prst="rect">
            <a:avLst/>
          </a:prstGeom>
          <a:noFill/>
          <a:ln>
            <a:noFill/>
          </a:ln>
        </p:spPr>
      </p:pic>
      <p:sp>
        <p:nvSpPr>
          <p:cNvPr id="244" name="Google Shape;244;p20"/>
          <p:cNvSpPr txBox="1"/>
          <p:nvPr>
            <p:ph idx="4294967295" type="title"/>
          </p:nvPr>
        </p:nvSpPr>
        <p:spPr>
          <a:xfrm>
            <a:off x="2079450" y="745725"/>
            <a:ext cx="6373800" cy="511500"/>
          </a:xfrm>
          <a:prstGeom prst="rect">
            <a:avLst/>
          </a:prstGeom>
          <a:noFill/>
          <a:ln>
            <a:noFill/>
          </a:ln>
        </p:spPr>
        <p:txBody>
          <a:bodyPr anchorCtr="0" anchor="t" bIns="91425" lIns="91425" spcFirstLastPara="1" rIns="91425" wrap="square" tIns="91425">
            <a:noAutofit/>
          </a:bodyPr>
          <a:lstStyle/>
          <a:p>
            <a:pPr indent="0" lvl="0" marL="0" rtl="1" algn="r">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1"/>
          <p:cNvSpPr txBox="1"/>
          <p:nvPr>
            <p:ph type="title"/>
          </p:nvPr>
        </p:nvSpPr>
        <p:spPr>
          <a:xfrm>
            <a:off x="5548225" y="2230950"/>
            <a:ext cx="3062100" cy="681600"/>
          </a:xfrm>
          <a:prstGeom prst="rect">
            <a:avLst/>
          </a:prstGeom>
          <a:noFill/>
          <a:ln>
            <a:noFill/>
          </a:ln>
        </p:spPr>
        <p:txBody>
          <a:bodyPr anchorCtr="0" anchor="b" bIns="91425" lIns="91425" spcFirstLastPara="1" rIns="91425" wrap="square" tIns="91425">
            <a:normAutofit fontScale="90000"/>
          </a:bodyPr>
          <a:lstStyle/>
          <a:p>
            <a:pPr indent="0" lvl="0" marL="0" rtl="0" algn="r">
              <a:lnSpc>
                <a:spcPct val="100000"/>
              </a:lnSpc>
              <a:spcBef>
                <a:spcPts val="0"/>
              </a:spcBef>
              <a:spcAft>
                <a:spcPts val="0"/>
              </a:spcAft>
              <a:buSzPct val="333333"/>
              <a:buNone/>
            </a:pPr>
            <a:r>
              <a:rPr b="1" lang="en-US" sz="4000">
                <a:solidFill>
                  <a:schemeClr val="lt1"/>
                </a:solidFill>
                <a:latin typeface="IBM Plex Sans Arabic"/>
                <a:ea typeface="IBM Plex Sans Arabic"/>
                <a:cs typeface="IBM Plex Sans Arabic"/>
                <a:sym typeface="IBM Plex Sans Arabic"/>
              </a:rPr>
              <a:t>شــــــكــــرًا لكــــــم</a:t>
            </a:r>
            <a:endParaRPr b="1" sz="4000">
              <a:solidFill>
                <a:schemeClr val="lt1"/>
              </a:solidFill>
              <a:latin typeface="IBM Plex Sans Arabic"/>
              <a:ea typeface="IBM Plex Sans Arabic"/>
              <a:cs typeface="IBM Plex Sans Arabic"/>
              <a:sym typeface="IBM Plex Sans Arabic"/>
            </a:endParaRPr>
          </a:p>
        </p:txBody>
      </p:sp>
      <p:sp>
        <p:nvSpPr>
          <p:cNvPr id="250" name="Google Shape;250;p21"/>
          <p:cNvSpPr txBox="1"/>
          <p:nvPr>
            <p:ph idx="4294967295" type="ctrTitle"/>
          </p:nvPr>
        </p:nvSpPr>
        <p:spPr>
          <a:xfrm>
            <a:off x="4166050" y="2870075"/>
            <a:ext cx="4444200" cy="57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4F29B7"/>
              </a:buClr>
              <a:buSzPts val="990"/>
              <a:buFont typeface="IBM Plex Sans Arabic Medium"/>
              <a:buNone/>
            </a:pPr>
            <a:r>
              <a:rPr b="1" i="0" lang="en-US" sz="2900" u="none" cap="none" strike="noStrike">
                <a:solidFill>
                  <a:schemeClr val="lt1"/>
                </a:solidFill>
                <a:latin typeface="IBM Plex Sans Arabic"/>
                <a:ea typeface="IBM Plex Sans Arabic"/>
                <a:cs typeface="IBM Plex Sans Arabic"/>
                <a:sym typeface="IBM Plex Sans Arabic"/>
              </a:rPr>
              <a:t>THANK YOU</a:t>
            </a:r>
            <a:endParaRPr b="1" i="0" sz="2900" u="none" cap="none" strike="noStrik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coreProperties>
</file>